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3512-F195-79D7-DC50-3926FA0DC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BD3C3-F0D8-9E85-69D3-0CF3DB948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FAEB7-AA03-1963-1F4B-5D59453D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DC134-FEE4-552D-DF98-DAF47A9B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21694-0F90-46C3-0628-295EADF0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8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BD6A-3940-EF31-DAFC-183B671B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9CA45-0E0F-C23B-2D5A-E31B2573B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BF0F5-863D-6834-0DC6-D96CE5E0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A0C48-9F40-2F73-1B12-59E78B3F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12E3-0B75-75F7-6C35-459B9413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0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F6B3-492D-5FFE-E4EE-501E8189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BFCF-FF3A-776F-F0A5-A2AE3738A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2259A-346D-2795-945E-36218409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0AEC3-C48D-8A1E-EEC7-4446F6DA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5477F-8A49-6C32-342B-364F5281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0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6E66-E79E-8C6C-1735-6A2E0FD3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483B9-CF3F-82F8-D64C-072D52F42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C5818-D507-3D96-0291-E69EA6577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2F7C2-F928-CE3A-D344-26004E97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DAC5D-5E93-1DCB-437F-5EB7DCC6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1B17A-669A-23B1-FAFF-377299EE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8E07-8186-B5E7-F870-2D8C09EC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DBC86-C48B-20C4-6B8D-965EE8368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67F15-2087-671A-44CD-90D472B87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9B421-4E0A-55E5-905B-E61E5D001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0D7AB-3390-4133-39C7-63701499C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FE27B-6685-5841-0F7E-82F9D9FA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5183F-2588-AE3D-A69E-3B860DD6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D46B8C-75C3-AFEA-4728-8213D975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3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B9E5-B129-75C2-CB0E-1F6C7599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C9B50-301C-C201-AFF1-58C06371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E6154-DC35-3E67-A459-D85BD050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21F75-35DE-329E-3CC6-CFA1C579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75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F40BC-25AC-584B-74F7-46BD9905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17F39-B5FC-AB19-A91F-A33F1A21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A50A4-75E7-2CE8-6BA7-BA3983E8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3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612B-9873-DD07-DACC-5067595C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1DB5F-7B62-B323-E4B2-832D1E51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B32C9-AB1A-4D84-A5F1-BD6C43F6B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21FCE-C3DC-96F2-1D94-17242985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67AC7-8FF9-9519-9676-CAF8F334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3CECE-5CB3-E640-6463-93C29DDC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3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CC64-6DCE-8E40-10F1-CC172D2C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091A2-0D8B-4002-2195-AD9D73F56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B47B2-2BAA-A206-C84A-6D1AAF84E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6D869-E7CA-29D8-EE56-1CFE2E76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4A32C-3446-110E-DF1D-279BBA5D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2038D-2FE1-3FE3-E544-F5A3CA95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DC6-7ECE-06BF-520D-338CC081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970D2-521D-2CB1-636A-924FCE259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26821-4316-5663-5149-FEF6CFCE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000DD-750D-BBFB-FF87-6FE07440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D4C2-B53B-2157-7BFE-74137DA4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7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EC1C08-7FC5-543C-F087-46D127AC0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31277-A074-2FB5-2423-439BAA60E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72553-C1D2-0B9C-F807-057D0ADA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60410-2EBD-F215-BA95-46310C59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0CB8-B46F-F06B-4C43-7ADF1654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77E4C-27A7-D8DB-46CF-9892D17D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2982-7340-C9DF-9D60-6E9BEF95D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D4C81-C904-ABB4-3B4F-B18CFB716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C6453-B5DB-4387-B872-36E12DE7977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F3A21-BC72-F93A-D918-FB1BAB59F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1870A-C0D8-302F-6442-692D3B977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28858-CE0D-4B12-899C-8F0AB1FC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7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44742C-95A5-154E-1A7B-FAF48AC4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2033392"/>
            <a:ext cx="10983858" cy="27912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3353AAB-7410-6D8F-5959-37EB162B395B}"/>
              </a:ext>
            </a:extLst>
          </p:cNvPr>
          <p:cNvSpPr/>
          <p:nvPr/>
        </p:nvSpPr>
        <p:spPr>
          <a:xfrm>
            <a:off x="6838482" y="3867150"/>
            <a:ext cx="4782018" cy="533400"/>
          </a:xfrm>
          <a:custGeom>
            <a:avLst/>
            <a:gdLst>
              <a:gd name="connsiteX0" fmla="*/ 657693 w 4782018"/>
              <a:gd name="connsiteY0" fmla="*/ 104775 h 533400"/>
              <a:gd name="connsiteX1" fmla="*/ 429093 w 4782018"/>
              <a:gd name="connsiteY1" fmla="*/ 47625 h 533400"/>
              <a:gd name="connsiteX2" fmla="*/ 286218 w 4782018"/>
              <a:gd name="connsiteY2" fmla="*/ 28575 h 533400"/>
              <a:gd name="connsiteX3" fmla="*/ 190968 w 4782018"/>
              <a:gd name="connsiteY3" fmla="*/ 9525 h 533400"/>
              <a:gd name="connsiteX4" fmla="*/ 114768 w 4782018"/>
              <a:gd name="connsiteY4" fmla="*/ 19050 h 533400"/>
              <a:gd name="connsiteX5" fmla="*/ 48093 w 4782018"/>
              <a:gd name="connsiteY5" fmla="*/ 28575 h 533400"/>
              <a:gd name="connsiteX6" fmla="*/ 29043 w 4782018"/>
              <a:gd name="connsiteY6" fmla="*/ 57150 h 533400"/>
              <a:gd name="connsiteX7" fmla="*/ 468 w 4782018"/>
              <a:gd name="connsiteY7" fmla="*/ 133350 h 533400"/>
              <a:gd name="connsiteX8" fmla="*/ 9993 w 4782018"/>
              <a:gd name="connsiteY8" fmla="*/ 295275 h 533400"/>
              <a:gd name="connsiteX9" fmla="*/ 133818 w 4782018"/>
              <a:gd name="connsiteY9" fmla="*/ 390525 h 533400"/>
              <a:gd name="connsiteX10" fmla="*/ 219543 w 4782018"/>
              <a:gd name="connsiteY10" fmla="*/ 409575 h 533400"/>
              <a:gd name="connsiteX11" fmla="*/ 543393 w 4782018"/>
              <a:gd name="connsiteY11" fmla="*/ 466725 h 533400"/>
              <a:gd name="connsiteX12" fmla="*/ 867243 w 4782018"/>
              <a:gd name="connsiteY12" fmla="*/ 495300 h 533400"/>
              <a:gd name="connsiteX13" fmla="*/ 1372068 w 4782018"/>
              <a:gd name="connsiteY13" fmla="*/ 533400 h 533400"/>
              <a:gd name="connsiteX14" fmla="*/ 4486743 w 4782018"/>
              <a:gd name="connsiteY14" fmla="*/ 523875 h 533400"/>
              <a:gd name="connsiteX15" fmla="*/ 4639143 w 4782018"/>
              <a:gd name="connsiteY15" fmla="*/ 495300 h 533400"/>
              <a:gd name="connsiteX16" fmla="*/ 4782018 w 4782018"/>
              <a:gd name="connsiteY16" fmla="*/ 400050 h 533400"/>
              <a:gd name="connsiteX17" fmla="*/ 4677243 w 4782018"/>
              <a:gd name="connsiteY17" fmla="*/ 133350 h 533400"/>
              <a:gd name="connsiteX18" fmla="*/ 4486743 w 4782018"/>
              <a:gd name="connsiteY18" fmla="*/ 66675 h 533400"/>
              <a:gd name="connsiteX19" fmla="*/ 4191468 w 4782018"/>
              <a:gd name="connsiteY19" fmla="*/ 0 h 533400"/>
              <a:gd name="connsiteX20" fmla="*/ 1924518 w 4782018"/>
              <a:gd name="connsiteY20" fmla="*/ 9525 h 533400"/>
              <a:gd name="connsiteX21" fmla="*/ 1629243 w 4782018"/>
              <a:gd name="connsiteY21" fmla="*/ 57150 h 533400"/>
              <a:gd name="connsiteX22" fmla="*/ 1124418 w 4782018"/>
              <a:gd name="connsiteY22" fmla="*/ 76200 h 533400"/>
              <a:gd name="connsiteX23" fmla="*/ 762468 w 4782018"/>
              <a:gd name="connsiteY23" fmla="*/ 104775 h 533400"/>
              <a:gd name="connsiteX24" fmla="*/ 410043 w 4782018"/>
              <a:gd name="connsiteY24" fmla="*/ 1143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82018" h="533400">
                <a:moveTo>
                  <a:pt x="657693" y="104775"/>
                </a:moveTo>
                <a:cubicBezTo>
                  <a:pt x="562478" y="73037"/>
                  <a:pt x="569198" y="73099"/>
                  <a:pt x="429093" y="47625"/>
                </a:cubicBezTo>
                <a:cubicBezTo>
                  <a:pt x="381822" y="39030"/>
                  <a:pt x="333661" y="36166"/>
                  <a:pt x="286218" y="28575"/>
                </a:cubicBezTo>
                <a:cubicBezTo>
                  <a:pt x="254246" y="23459"/>
                  <a:pt x="222718" y="15875"/>
                  <a:pt x="190968" y="9525"/>
                </a:cubicBezTo>
                <a:lnTo>
                  <a:pt x="114768" y="19050"/>
                </a:lnTo>
                <a:cubicBezTo>
                  <a:pt x="92514" y="22017"/>
                  <a:pt x="68609" y="19457"/>
                  <a:pt x="48093" y="28575"/>
                </a:cubicBezTo>
                <a:cubicBezTo>
                  <a:pt x="37632" y="33224"/>
                  <a:pt x="33780" y="46728"/>
                  <a:pt x="29043" y="57150"/>
                </a:cubicBezTo>
                <a:cubicBezTo>
                  <a:pt x="17818" y="81846"/>
                  <a:pt x="9993" y="107950"/>
                  <a:pt x="468" y="133350"/>
                </a:cubicBezTo>
                <a:cubicBezTo>
                  <a:pt x="3643" y="187325"/>
                  <a:pt x="-7105" y="243981"/>
                  <a:pt x="9993" y="295275"/>
                </a:cubicBezTo>
                <a:cubicBezTo>
                  <a:pt x="22563" y="332984"/>
                  <a:pt x="95424" y="377727"/>
                  <a:pt x="133818" y="390525"/>
                </a:cubicBezTo>
                <a:cubicBezTo>
                  <a:pt x="161588" y="399782"/>
                  <a:pt x="190765" y="404221"/>
                  <a:pt x="219543" y="409575"/>
                </a:cubicBezTo>
                <a:cubicBezTo>
                  <a:pt x="327312" y="429625"/>
                  <a:pt x="433964" y="460288"/>
                  <a:pt x="543393" y="466725"/>
                </a:cubicBezTo>
                <a:cubicBezTo>
                  <a:pt x="1014310" y="494426"/>
                  <a:pt x="395568" y="454871"/>
                  <a:pt x="867243" y="495300"/>
                </a:cubicBezTo>
                <a:cubicBezTo>
                  <a:pt x="1035380" y="509712"/>
                  <a:pt x="1372068" y="533400"/>
                  <a:pt x="1372068" y="533400"/>
                </a:cubicBezTo>
                <a:lnTo>
                  <a:pt x="4486743" y="523875"/>
                </a:lnTo>
                <a:cubicBezTo>
                  <a:pt x="4538425" y="523272"/>
                  <a:pt x="4589697" y="510349"/>
                  <a:pt x="4639143" y="495300"/>
                </a:cubicBezTo>
                <a:cubicBezTo>
                  <a:pt x="4676905" y="483807"/>
                  <a:pt x="4755394" y="420018"/>
                  <a:pt x="4782018" y="400050"/>
                </a:cubicBezTo>
                <a:cubicBezTo>
                  <a:pt x="4747093" y="311150"/>
                  <a:pt x="4740572" y="204851"/>
                  <a:pt x="4677243" y="133350"/>
                </a:cubicBezTo>
                <a:cubicBezTo>
                  <a:pt x="4632636" y="82987"/>
                  <a:pt x="4551620" y="84484"/>
                  <a:pt x="4486743" y="66675"/>
                </a:cubicBezTo>
                <a:cubicBezTo>
                  <a:pt x="4389440" y="39964"/>
                  <a:pt x="4289893" y="22225"/>
                  <a:pt x="4191468" y="0"/>
                </a:cubicBezTo>
                <a:lnTo>
                  <a:pt x="1924518" y="9525"/>
                </a:lnTo>
                <a:cubicBezTo>
                  <a:pt x="1824846" y="11748"/>
                  <a:pt x="1728869" y="53391"/>
                  <a:pt x="1629243" y="57150"/>
                </a:cubicBezTo>
                <a:lnTo>
                  <a:pt x="1124418" y="76200"/>
                </a:lnTo>
                <a:lnTo>
                  <a:pt x="762468" y="104775"/>
                </a:lnTo>
                <a:cubicBezTo>
                  <a:pt x="588197" y="116018"/>
                  <a:pt x="558413" y="114300"/>
                  <a:pt x="410043" y="114300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5704FAB-E40A-C5C2-D434-461810A5B6C0}"/>
              </a:ext>
            </a:extLst>
          </p:cNvPr>
          <p:cNvSpPr/>
          <p:nvPr/>
        </p:nvSpPr>
        <p:spPr>
          <a:xfrm>
            <a:off x="7757963" y="3930120"/>
            <a:ext cx="825564" cy="509905"/>
          </a:xfrm>
          <a:custGeom>
            <a:avLst/>
            <a:gdLst>
              <a:gd name="connsiteX0" fmla="*/ 415076 w 825564"/>
              <a:gd name="connsiteY0" fmla="*/ 95125 h 509905"/>
              <a:gd name="connsiteX1" fmla="*/ 367942 w 825564"/>
              <a:gd name="connsiteY1" fmla="*/ 66845 h 509905"/>
              <a:gd name="connsiteX2" fmla="*/ 273674 w 825564"/>
              <a:gd name="connsiteY2" fmla="*/ 57418 h 509905"/>
              <a:gd name="connsiteX3" fmla="*/ 226540 w 825564"/>
              <a:gd name="connsiteY3" fmla="*/ 38565 h 509905"/>
              <a:gd name="connsiteX4" fmla="*/ 66284 w 825564"/>
              <a:gd name="connsiteY4" fmla="*/ 66845 h 509905"/>
              <a:gd name="connsiteX5" fmla="*/ 28577 w 825564"/>
              <a:gd name="connsiteY5" fmla="*/ 113979 h 509905"/>
              <a:gd name="connsiteX6" fmla="*/ 19150 w 825564"/>
              <a:gd name="connsiteY6" fmla="*/ 179967 h 509905"/>
              <a:gd name="connsiteX7" fmla="*/ 9724 w 825564"/>
              <a:gd name="connsiteY7" fmla="*/ 217674 h 509905"/>
              <a:gd name="connsiteX8" fmla="*/ 297 w 825564"/>
              <a:gd name="connsiteY8" fmla="*/ 264808 h 509905"/>
              <a:gd name="connsiteX9" fmla="*/ 9724 w 825564"/>
              <a:gd name="connsiteY9" fmla="*/ 434490 h 509905"/>
              <a:gd name="connsiteX10" fmla="*/ 113418 w 825564"/>
              <a:gd name="connsiteY10" fmla="*/ 500478 h 509905"/>
              <a:gd name="connsiteX11" fmla="*/ 405649 w 825564"/>
              <a:gd name="connsiteY11" fmla="*/ 509905 h 509905"/>
              <a:gd name="connsiteX12" fmla="*/ 697880 w 825564"/>
              <a:gd name="connsiteY12" fmla="*/ 500478 h 509905"/>
              <a:gd name="connsiteX13" fmla="*/ 745014 w 825564"/>
              <a:gd name="connsiteY13" fmla="*/ 481624 h 509905"/>
              <a:gd name="connsiteX14" fmla="*/ 801575 w 825564"/>
              <a:gd name="connsiteY14" fmla="*/ 434490 h 509905"/>
              <a:gd name="connsiteX15" fmla="*/ 820429 w 825564"/>
              <a:gd name="connsiteY15" fmla="*/ 396783 h 509905"/>
              <a:gd name="connsiteX16" fmla="*/ 782722 w 825564"/>
              <a:gd name="connsiteY16" fmla="*/ 198820 h 509905"/>
              <a:gd name="connsiteX17" fmla="*/ 726161 w 825564"/>
              <a:gd name="connsiteY17" fmla="*/ 142259 h 509905"/>
              <a:gd name="connsiteX18" fmla="*/ 603612 w 825564"/>
              <a:gd name="connsiteY18" fmla="*/ 104552 h 509905"/>
              <a:gd name="connsiteX19" fmla="*/ 462210 w 825564"/>
              <a:gd name="connsiteY19" fmla="*/ 29138 h 509905"/>
              <a:gd name="connsiteX20" fmla="*/ 330235 w 825564"/>
              <a:gd name="connsiteY20" fmla="*/ 10284 h 509905"/>
              <a:gd name="connsiteX21" fmla="*/ 132272 w 825564"/>
              <a:gd name="connsiteY21" fmla="*/ 857 h 50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25564" h="509905">
                <a:moveTo>
                  <a:pt x="415076" y="95125"/>
                </a:moveTo>
                <a:cubicBezTo>
                  <a:pt x="399365" y="85698"/>
                  <a:pt x="385646" y="71566"/>
                  <a:pt x="367942" y="66845"/>
                </a:cubicBezTo>
                <a:cubicBezTo>
                  <a:pt x="337429" y="58708"/>
                  <a:pt x="304640" y="63611"/>
                  <a:pt x="273674" y="57418"/>
                </a:cubicBezTo>
                <a:cubicBezTo>
                  <a:pt x="257081" y="54099"/>
                  <a:pt x="242251" y="44849"/>
                  <a:pt x="226540" y="38565"/>
                </a:cubicBezTo>
                <a:cubicBezTo>
                  <a:pt x="173121" y="47992"/>
                  <a:pt x="116974" y="47534"/>
                  <a:pt x="66284" y="66845"/>
                </a:cubicBezTo>
                <a:cubicBezTo>
                  <a:pt x="47482" y="74008"/>
                  <a:pt x="36316" y="95406"/>
                  <a:pt x="28577" y="113979"/>
                </a:cubicBezTo>
                <a:cubicBezTo>
                  <a:pt x="20031" y="134489"/>
                  <a:pt x="23125" y="158106"/>
                  <a:pt x="19150" y="179967"/>
                </a:cubicBezTo>
                <a:cubicBezTo>
                  <a:pt x="16832" y="192714"/>
                  <a:pt x="12534" y="205027"/>
                  <a:pt x="9724" y="217674"/>
                </a:cubicBezTo>
                <a:cubicBezTo>
                  <a:pt x="6248" y="233315"/>
                  <a:pt x="3439" y="249097"/>
                  <a:pt x="297" y="264808"/>
                </a:cubicBezTo>
                <a:cubicBezTo>
                  <a:pt x="3439" y="321369"/>
                  <a:pt x="-6770" y="380296"/>
                  <a:pt x="9724" y="434490"/>
                </a:cubicBezTo>
                <a:cubicBezTo>
                  <a:pt x="15987" y="455070"/>
                  <a:pt x="87141" y="498288"/>
                  <a:pt x="113418" y="500478"/>
                </a:cubicBezTo>
                <a:cubicBezTo>
                  <a:pt x="210542" y="508572"/>
                  <a:pt x="308239" y="506763"/>
                  <a:pt x="405649" y="509905"/>
                </a:cubicBezTo>
                <a:cubicBezTo>
                  <a:pt x="503059" y="506763"/>
                  <a:pt x="600756" y="508572"/>
                  <a:pt x="697880" y="500478"/>
                </a:cubicBezTo>
                <a:cubicBezTo>
                  <a:pt x="714743" y="499073"/>
                  <a:pt x="730738" y="490709"/>
                  <a:pt x="745014" y="481624"/>
                </a:cubicBezTo>
                <a:cubicBezTo>
                  <a:pt x="765719" y="468448"/>
                  <a:pt x="782721" y="450201"/>
                  <a:pt x="801575" y="434490"/>
                </a:cubicBezTo>
                <a:cubicBezTo>
                  <a:pt x="807860" y="421921"/>
                  <a:pt x="819761" y="410820"/>
                  <a:pt x="820429" y="396783"/>
                </a:cubicBezTo>
                <a:cubicBezTo>
                  <a:pt x="825799" y="284016"/>
                  <a:pt x="838493" y="260788"/>
                  <a:pt x="782722" y="198820"/>
                </a:cubicBezTo>
                <a:cubicBezTo>
                  <a:pt x="764885" y="179001"/>
                  <a:pt x="749756" y="154677"/>
                  <a:pt x="726161" y="142259"/>
                </a:cubicBezTo>
                <a:cubicBezTo>
                  <a:pt x="688340" y="122353"/>
                  <a:pt x="642896" y="121388"/>
                  <a:pt x="603612" y="104552"/>
                </a:cubicBezTo>
                <a:cubicBezTo>
                  <a:pt x="554513" y="83510"/>
                  <a:pt x="512710" y="46552"/>
                  <a:pt x="462210" y="29138"/>
                </a:cubicBezTo>
                <a:cubicBezTo>
                  <a:pt x="420199" y="14652"/>
                  <a:pt x="374266" y="16288"/>
                  <a:pt x="330235" y="10284"/>
                </a:cubicBezTo>
                <a:cubicBezTo>
                  <a:pt x="223949" y="-4210"/>
                  <a:pt x="264575" y="857"/>
                  <a:pt x="132272" y="85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E4B69A-D263-F64C-38A2-8C67D7242B1E}"/>
              </a:ext>
            </a:extLst>
          </p:cNvPr>
          <p:cNvSpPr/>
          <p:nvPr/>
        </p:nvSpPr>
        <p:spPr>
          <a:xfrm>
            <a:off x="2788859" y="2083324"/>
            <a:ext cx="5139083" cy="1913641"/>
          </a:xfrm>
          <a:custGeom>
            <a:avLst/>
            <a:gdLst>
              <a:gd name="connsiteX0" fmla="*/ 5139083 w 5139083"/>
              <a:gd name="connsiteY0" fmla="*/ 1913641 h 1913641"/>
              <a:gd name="connsiteX1" fmla="*/ 4856279 w 5139083"/>
              <a:gd name="connsiteY1" fmla="*/ 1093509 h 1913641"/>
              <a:gd name="connsiteX2" fmla="*/ 4667743 w 5139083"/>
              <a:gd name="connsiteY2" fmla="*/ 791851 h 1913641"/>
              <a:gd name="connsiteX3" fmla="*/ 4196403 w 5139083"/>
              <a:gd name="connsiteY3" fmla="*/ 367645 h 1913641"/>
              <a:gd name="connsiteX4" fmla="*/ 3970160 w 5139083"/>
              <a:gd name="connsiteY4" fmla="*/ 273377 h 1913641"/>
              <a:gd name="connsiteX5" fmla="*/ 3630795 w 5139083"/>
              <a:gd name="connsiteY5" fmla="*/ 160255 h 1913641"/>
              <a:gd name="connsiteX6" fmla="*/ 2857797 w 5139083"/>
              <a:gd name="connsiteY6" fmla="*/ 18853 h 1913641"/>
              <a:gd name="connsiteX7" fmla="*/ 2650407 w 5139083"/>
              <a:gd name="connsiteY7" fmla="*/ 0 h 1913641"/>
              <a:gd name="connsiteX8" fmla="*/ 1971677 w 5139083"/>
              <a:gd name="connsiteY8" fmla="*/ 47134 h 1913641"/>
              <a:gd name="connsiteX9" fmla="*/ 1283520 w 5139083"/>
              <a:gd name="connsiteY9" fmla="*/ 254523 h 1913641"/>
              <a:gd name="connsiteX10" fmla="*/ 887595 w 5139083"/>
              <a:gd name="connsiteY10" fmla="*/ 377072 h 1913641"/>
              <a:gd name="connsiteX11" fmla="*/ 651925 w 5139083"/>
              <a:gd name="connsiteY11" fmla="*/ 509047 h 1913641"/>
              <a:gd name="connsiteX12" fmla="*/ 444535 w 5139083"/>
              <a:gd name="connsiteY12" fmla="*/ 659876 h 1913641"/>
              <a:gd name="connsiteX13" fmla="*/ 255999 w 5139083"/>
              <a:gd name="connsiteY13" fmla="*/ 848412 h 1913641"/>
              <a:gd name="connsiteX14" fmla="*/ 124023 w 5139083"/>
              <a:gd name="connsiteY14" fmla="*/ 980387 h 1913641"/>
              <a:gd name="connsiteX15" fmla="*/ 29755 w 5139083"/>
              <a:gd name="connsiteY15" fmla="*/ 1055802 h 1913641"/>
              <a:gd name="connsiteX16" fmla="*/ 10902 w 5139083"/>
              <a:gd name="connsiteY16" fmla="*/ 1093509 h 1913641"/>
              <a:gd name="connsiteX17" fmla="*/ 1475 w 5139083"/>
              <a:gd name="connsiteY17" fmla="*/ 1121789 h 1913641"/>
              <a:gd name="connsiteX18" fmla="*/ 39182 w 5139083"/>
              <a:gd name="connsiteY18" fmla="*/ 952107 h 1913641"/>
              <a:gd name="connsiteX19" fmla="*/ 10902 w 5139083"/>
              <a:gd name="connsiteY19" fmla="*/ 1093509 h 1913641"/>
              <a:gd name="connsiteX20" fmla="*/ 529376 w 5139083"/>
              <a:gd name="connsiteY20" fmla="*/ 1140643 h 1913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139083" h="1913641">
                <a:moveTo>
                  <a:pt x="5139083" y="1913641"/>
                </a:moveTo>
                <a:cubicBezTo>
                  <a:pt x="5055844" y="1449879"/>
                  <a:pt x="5110382" y="1566258"/>
                  <a:pt x="4856279" y="1093509"/>
                </a:cubicBezTo>
                <a:cubicBezTo>
                  <a:pt x="4800140" y="989064"/>
                  <a:pt x="4738323" y="887134"/>
                  <a:pt x="4667743" y="791851"/>
                </a:cubicBezTo>
                <a:cubicBezTo>
                  <a:pt x="4549235" y="631865"/>
                  <a:pt x="4362724" y="469286"/>
                  <a:pt x="4196403" y="367645"/>
                </a:cubicBezTo>
                <a:cubicBezTo>
                  <a:pt x="4126691" y="325043"/>
                  <a:pt x="4046865" y="301502"/>
                  <a:pt x="3970160" y="273377"/>
                </a:cubicBezTo>
                <a:cubicBezTo>
                  <a:pt x="3858208" y="232328"/>
                  <a:pt x="3746145" y="190466"/>
                  <a:pt x="3630795" y="160255"/>
                </a:cubicBezTo>
                <a:cubicBezTo>
                  <a:pt x="3399745" y="99742"/>
                  <a:pt x="3101434" y="49307"/>
                  <a:pt x="2857797" y="18853"/>
                </a:cubicBezTo>
                <a:cubicBezTo>
                  <a:pt x="2788918" y="10243"/>
                  <a:pt x="2719537" y="6284"/>
                  <a:pt x="2650407" y="0"/>
                </a:cubicBezTo>
                <a:cubicBezTo>
                  <a:pt x="2356388" y="6392"/>
                  <a:pt x="2232601" y="-9795"/>
                  <a:pt x="1971677" y="47134"/>
                </a:cubicBezTo>
                <a:cubicBezTo>
                  <a:pt x="1721328" y="101755"/>
                  <a:pt x="1538359" y="185021"/>
                  <a:pt x="1283520" y="254523"/>
                </a:cubicBezTo>
                <a:cubicBezTo>
                  <a:pt x="1177730" y="283375"/>
                  <a:pt x="989663" y="329440"/>
                  <a:pt x="887595" y="377072"/>
                </a:cubicBezTo>
                <a:cubicBezTo>
                  <a:pt x="806006" y="415147"/>
                  <a:pt x="724740" y="456091"/>
                  <a:pt x="651925" y="509047"/>
                </a:cubicBezTo>
                <a:cubicBezTo>
                  <a:pt x="582795" y="559323"/>
                  <a:pt x="502295" y="596865"/>
                  <a:pt x="444535" y="659876"/>
                </a:cubicBezTo>
                <a:cubicBezTo>
                  <a:pt x="231546" y="892228"/>
                  <a:pt x="441005" y="671451"/>
                  <a:pt x="255999" y="848412"/>
                </a:cubicBezTo>
                <a:cubicBezTo>
                  <a:pt x="211041" y="891415"/>
                  <a:pt x="175787" y="945876"/>
                  <a:pt x="124023" y="980387"/>
                </a:cubicBezTo>
                <a:cubicBezTo>
                  <a:pt x="52673" y="1027955"/>
                  <a:pt x="83486" y="1002073"/>
                  <a:pt x="29755" y="1055802"/>
                </a:cubicBezTo>
                <a:cubicBezTo>
                  <a:pt x="23471" y="1068371"/>
                  <a:pt x="16438" y="1080593"/>
                  <a:pt x="10902" y="1093509"/>
                </a:cubicBezTo>
                <a:cubicBezTo>
                  <a:pt x="6988" y="1102642"/>
                  <a:pt x="575" y="1131685"/>
                  <a:pt x="1475" y="1121789"/>
                </a:cubicBezTo>
                <a:cubicBezTo>
                  <a:pt x="13053" y="994429"/>
                  <a:pt x="3385" y="1023703"/>
                  <a:pt x="39182" y="952107"/>
                </a:cubicBezTo>
                <a:cubicBezTo>
                  <a:pt x="29755" y="999241"/>
                  <a:pt x="-22204" y="1058660"/>
                  <a:pt x="10902" y="1093509"/>
                </a:cubicBezTo>
                <a:cubicBezTo>
                  <a:pt x="77511" y="1163624"/>
                  <a:pt x="501220" y="1140643"/>
                  <a:pt x="529376" y="114064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762EFCF-4B52-A109-AA55-D65DA4906558}"/>
              </a:ext>
            </a:extLst>
          </p:cNvPr>
          <p:cNvSpPr/>
          <p:nvPr/>
        </p:nvSpPr>
        <p:spPr>
          <a:xfrm>
            <a:off x="8578392" y="3921551"/>
            <a:ext cx="2696067" cy="518474"/>
          </a:xfrm>
          <a:custGeom>
            <a:avLst/>
            <a:gdLst>
              <a:gd name="connsiteX0" fmla="*/ 358218 w 2696067"/>
              <a:gd name="connsiteY0" fmla="*/ 9426 h 518474"/>
              <a:gd name="connsiteX1" fmla="*/ 56561 w 2696067"/>
              <a:gd name="connsiteY1" fmla="*/ 56560 h 518474"/>
              <a:gd name="connsiteX2" fmla="*/ 37707 w 2696067"/>
              <a:gd name="connsiteY2" fmla="*/ 84841 h 518474"/>
              <a:gd name="connsiteX3" fmla="*/ 37707 w 2696067"/>
              <a:gd name="connsiteY3" fmla="*/ 329938 h 518474"/>
              <a:gd name="connsiteX4" fmla="*/ 94268 w 2696067"/>
              <a:gd name="connsiteY4" fmla="*/ 424206 h 518474"/>
              <a:gd name="connsiteX5" fmla="*/ 207389 w 2696067"/>
              <a:gd name="connsiteY5" fmla="*/ 452486 h 518474"/>
              <a:gd name="connsiteX6" fmla="*/ 254523 w 2696067"/>
              <a:gd name="connsiteY6" fmla="*/ 461913 h 518474"/>
              <a:gd name="connsiteX7" fmla="*/ 1517715 w 2696067"/>
              <a:gd name="connsiteY7" fmla="*/ 471340 h 518474"/>
              <a:gd name="connsiteX8" fmla="*/ 1611983 w 2696067"/>
              <a:gd name="connsiteY8" fmla="*/ 480767 h 518474"/>
              <a:gd name="connsiteX9" fmla="*/ 1696824 w 2696067"/>
              <a:gd name="connsiteY9" fmla="*/ 499620 h 518474"/>
              <a:gd name="connsiteX10" fmla="*/ 1970202 w 2696067"/>
              <a:gd name="connsiteY10" fmla="*/ 518474 h 518474"/>
              <a:gd name="connsiteX11" fmla="*/ 2535810 w 2696067"/>
              <a:gd name="connsiteY11" fmla="*/ 490193 h 518474"/>
              <a:gd name="connsiteX12" fmla="*/ 2658359 w 2696067"/>
              <a:gd name="connsiteY12" fmla="*/ 414779 h 518474"/>
              <a:gd name="connsiteX13" fmla="*/ 2686639 w 2696067"/>
              <a:gd name="connsiteY13" fmla="*/ 358218 h 518474"/>
              <a:gd name="connsiteX14" fmla="*/ 2620651 w 2696067"/>
              <a:gd name="connsiteY14" fmla="*/ 131975 h 518474"/>
              <a:gd name="connsiteX15" fmla="*/ 2498103 w 2696067"/>
              <a:gd name="connsiteY15" fmla="*/ 75414 h 518474"/>
              <a:gd name="connsiteX16" fmla="*/ 2337847 w 2696067"/>
              <a:gd name="connsiteY16" fmla="*/ 37707 h 518474"/>
              <a:gd name="connsiteX17" fmla="*/ 1989055 w 2696067"/>
              <a:gd name="connsiteY17" fmla="*/ 0 h 518474"/>
              <a:gd name="connsiteX18" fmla="*/ 1178350 w 2696067"/>
              <a:gd name="connsiteY18" fmla="*/ 9426 h 518474"/>
              <a:gd name="connsiteX19" fmla="*/ 886119 w 2696067"/>
              <a:gd name="connsiteY19" fmla="*/ 65987 h 518474"/>
              <a:gd name="connsiteX20" fmla="*/ 707010 w 2696067"/>
              <a:gd name="connsiteY20" fmla="*/ 84841 h 518474"/>
              <a:gd name="connsiteX21" fmla="*/ 556181 w 2696067"/>
              <a:gd name="connsiteY21" fmla="*/ 103694 h 518474"/>
              <a:gd name="connsiteX22" fmla="*/ 56561 w 2696067"/>
              <a:gd name="connsiteY22" fmla="*/ 94268 h 518474"/>
              <a:gd name="connsiteX23" fmla="*/ 18853 w 2696067"/>
              <a:gd name="connsiteY23" fmla="*/ 75414 h 518474"/>
              <a:gd name="connsiteX24" fmla="*/ 0 w 2696067"/>
              <a:gd name="connsiteY24" fmla="*/ 75414 h 51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96067" h="518474">
                <a:moveTo>
                  <a:pt x="358218" y="9426"/>
                </a:moveTo>
                <a:cubicBezTo>
                  <a:pt x="184061" y="21437"/>
                  <a:pt x="133007" y="-35176"/>
                  <a:pt x="56561" y="56560"/>
                </a:cubicBezTo>
                <a:cubicBezTo>
                  <a:pt x="49308" y="65264"/>
                  <a:pt x="43992" y="75414"/>
                  <a:pt x="37707" y="84841"/>
                </a:cubicBezTo>
                <a:cubicBezTo>
                  <a:pt x="12301" y="186463"/>
                  <a:pt x="67" y="198198"/>
                  <a:pt x="37707" y="329938"/>
                </a:cubicBezTo>
                <a:cubicBezTo>
                  <a:pt x="47774" y="365173"/>
                  <a:pt x="59504" y="412618"/>
                  <a:pt x="94268" y="424206"/>
                </a:cubicBezTo>
                <a:cubicBezTo>
                  <a:pt x="176881" y="451743"/>
                  <a:pt x="123609" y="437253"/>
                  <a:pt x="207389" y="452486"/>
                </a:cubicBezTo>
                <a:cubicBezTo>
                  <a:pt x="223153" y="455352"/>
                  <a:pt x="238502" y="461682"/>
                  <a:pt x="254523" y="461913"/>
                </a:cubicBezTo>
                <a:lnTo>
                  <a:pt x="1517715" y="471340"/>
                </a:lnTo>
                <a:cubicBezTo>
                  <a:pt x="1549138" y="474482"/>
                  <a:pt x="1580790" y="475842"/>
                  <a:pt x="1611983" y="480767"/>
                </a:cubicBezTo>
                <a:cubicBezTo>
                  <a:pt x="1640599" y="485285"/>
                  <a:pt x="1668013" y="496587"/>
                  <a:pt x="1696824" y="499620"/>
                </a:cubicBezTo>
                <a:cubicBezTo>
                  <a:pt x="1787665" y="509182"/>
                  <a:pt x="1879076" y="512189"/>
                  <a:pt x="1970202" y="518474"/>
                </a:cubicBezTo>
                <a:cubicBezTo>
                  <a:pt x="2158738" y="509047"/>
                  <a:pt x="2349146" y="518321"/>
                  <a:pt x="2535810" y="490193"/>
                </a:cubicBezTo>
                <a:cubicBezTo>
                  <a:pt x="2583239" y="483046"/>
                  <a:pt x="2658359" y="414779"/>
                  <a:pt x="2658359" y="414779"/>
                </a:cubicBezTo>
                <a:cubicBezTo>
                  <a:pt x="2667786" y="395925"/>
                  <a:pt x="2679973" y="378215"/>
                  <a:pt x="2686639" y="358218"/>
                </a:cubicBezTo>
                <a:cubicBezTo>
                  <a:pt x="2713572" y="277419"/>
                  <a:pt x="2680092" y="199907"/>
                  <a:pt x="2620651" y="131975"/>
                </a:cubicBezTo>
                <a:cubicBezTo>
                  <a:pt x="2591025" y="98116"/>
                  <a:pt x="2540785" y="89641"/>
                  <a:pt x="2498103" y="75414"/>
                </a:cubicBezTo>
                <a:cubicBezTo>
                  <a:pt x="2446042" y="58060"/>
                  <a:pt x="2391725" y="48135"/>
                  <a:pt x="2337847" y="37707"/>
                </a:cubicBezTo>
                <a:cubicBezTo>
                  <a:pt x="2230963" y="17020"/>
                  <a:pt x="2091943" y="8947"/>
                  <a:pt x="1989055" y="0"/>
                </a:cubicBezTo>
                <a:lnTo>
                  <a:pt x="1178350" y="9426"/>
                </a:lnTo>
                <a:cubicBezTo>
                  <a:pt x="987356" y="15043"/>
                  <a:pt x="1068545" y="33794"/>
                  <a:pt x="886119" y="65987"/>
                </a:cubicBezTo>
                <a:cubicBezTo>
                  <a:pt x="827000" y="76420"/>
                  <a:pt x="766655" y="78025"/>
                  <a:pt x="707010" y="84841"/>
                </a:cubicBezTo>
                <a:cubicBezTo>
                  <a:pt x="656670" y="90594"/>
                  <a:pt x="606457" y="97410"/>
                  <a:pt x="556181" y="103694"/>
                </a:cubicBezTo>
                <a:cubicBezTo>
                  <a:pt x="389641" y="100552"/>
                  <a:pt x="222900" y="103023"/>
                  <a:pt x="56561" y="94268"/>
                </a:cubicBezTo>
                <a:cubicBezTo>
                  <a:pt x="42527" y="93529"/>
                  <a:pt x="32185" y="79858"/>
                  <a:pt x="18853" y="75414"/>
                </a:cubicBezTo>
                <a:cubicBezTo>
                  <a:pt x="12891" y="73427"/>
                  <a:pt x="6284" y="75414"/>
                  <a:pt x="0" y="75414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0CE30EB-8C31-12A6-B4B1-D8FC7B99996A}"/>
              </a:ext>
            </a:extLst>
          </p:cNvPr>
          <p:cNvSpPr/>
          <p:nvPr/>
        </p:nvSpPr>
        <p:spPr>
          <a:xfrm>
            <a:off x="2540002" y="4344370"/>
            <a:ext cx="7323232" cy="1028908"/>
          </a:xfrm>
          <a:custGeom>
            <a:avLst/>
            <a:gdLst>
              <a:gd name="connsiteX0" fmla="*/ 7282728 w 7323232"/>
              <a:gd name="connsiteY0" fmla="*/ 76801 h 1028908"/>
              <a:gd name="connsiteX1" fmla="*/ 7150753 w 7323232"/>
              <a:gd name="connsiteY1" fmla="*/ 284191 h 1028908"/>
              <a:gd name="connsiteX2" fmla="*/ 6933936 w 7323232"/>
              <a:gd name="connsiteY2" fmla="*/ 642409 h 1028908"/>
              <a:gd name="connsiteX3" fmla="*/ 6877375 w 7323232"/>
              <a:gd name="connsiteY3" fmla="*/ 736677 h 1028908"/>
              <a:gd name="connsiteX4" fmla="*/ 6792534 w 7323232"/>
              <a:gd name="connsiteY4" fmla="*/ 802665 h 1028908"/>
              <a:gd name="connsiteX5" fmla="*/ 6679412 w 7323232"/>
              <a:gd name="connsiteY5" fmla="*/ 849799 h 1028908"/>
              <a:gd name="connsiteX6" fmla="*/ 6160938 w 7323232"/>
              <a:gd name="connsiteY6" fmla="*/ 953494 h 1028908"/>
              <a:gd name="connsiteX7" fmla="*/ 5255965 w 7323232"/>
              <a:gd name="connsiteY7" fmla="*/ 991201 h 1028908"/>
              <a:gd name="connsiteX8" fmla="*/ 3860798 w 7323232"/>
              <a:gd name="connsiteY8" fmla="*/ 1028908 h 1028908"/>
              <a:gd name="connsiteX9" fmla="*/ 2776716 w 7323232"/>
              <a:gd name="connsiteY9" fmla="*/ 1019482 h 1028908"/>
              <a:gd name="connsiteX10" fmla="*/ 2607033 w 7323232"/>
              <a:gd name="connsiteY10" fmla="*/ 981774 h 1028908"/>
              <a:gd name="connsiteX11" fmla="*/ 2220534 w 7323232"/>
              <a:gd name="connsiteY11" fmla="*/ 878079 h 1028908"/>
              <a:gd name="connsiteX12" fmla="*/ 2031998 w 7323232"/>
              <a:gd name="connsiteY12" fmla="*/ 821519 h 1028908"/>
              <a:gd name="connsiteX13" fmla="*/ 1890596 w 7323232"/>
              <a:gd name="connsiteY13" fmla="*/ 746104 h 1028908"/>
              <a:gd name="connsiteX14" fmla="*/ 1390975 w 7323232"/>
              <a:gd name="connsiteY14" fmla="*/ 604702 h 1028908"/>
              <a:gd name="connsiteX15" fmla="*/ 1183586 w 7323232"/>
              <a:gd name="connsiteY15" fmla="*/ 529288 h 1028908"/>
              <a:gd name="connsiteX16" fmla="*/ 627404 w 7323232"/>
              <a:gd name="connsiteY16" fmla="*/ 435020 h 1028908"/>
              <a:gd name="connsiteX17" fmla="*/ 495429 w 7323232"/>
              <a:gd name="connsiteY17" fmla="*/ 397312 h 1028908"/>
              <a:gd name="connsiteX18" fmla="*/ 344600 w 7323232"/>
              <a:gd name="connsiteY18" fmla="*/ 340752 h 1028908"/>
              <a:gd name="connsiteX19" fmla="*/ 297466 w 7323232"/>
              <a:gd name="connsiteY19" fmla="*/ 284191 h 1028908"/>
              <a:gd name="connsiteX20" fmla="*/ 259759 w 7323232"/>
              <a:gd name="connsiteY20" fmla="*/ 255910 h 1028908"/>
              <a:gd name="connsiteX21" fmla="*/ 231478 w 7323232"/>
              <a:gd name="connsiteY21" fmla="*/ 227630 h 1028908"/>
              <a:gd name="connsiteX22" fmla="*/ 212625 w 7323232"/>
              <a:gd name="connsiteY22" fmla="*/ 189923 h 1028908"/>
              <a:gd name="connsiteX23" fmla="*/ 193771 w 7323232"/>
              <a:gd name="connsiteY23" fmla="*/ 161642 h 1028908"/>
              <a:gd name="connsiteX24" fmla="*/ 156064 w 7323232"/>
              <a:gd name="connsiteY24" fmla="*/ 105082 h 1028908"/>
              <a:gd name="connsiteX25" fmla="*/ 99503 w 7323232"/>
              <a:gd name="connsiteY25" fmla="*/ 86228 h 1028908"/>
              <a:gd name="connsiteX26" fmla="*/ 42942 w 7323232"/>
              <a:gd name="connsiteY26" fmla="*/ 152216 h 1028908"/>
              <a:gd name="connsiteX27" fmla="*/ 5235 w 7323232"/>
              <a:gd name="connsiteY27" fmla="*/ 208776 h 1028908"/>
              <a:gd name="connsiteX28" fmla="*/ 127784 w 7323232"/>
              <a:gd name="connsiteY28" fmla="*/ 67374 h 1028908"/>
              <a:gd name="connsiteX29" fmla="*/ 165491 w 7323232"/>
              <a:gd name="connsiteY29" fmla="*/ 48521 h 1028908"/>
              <a:gd name="connsiteX30" fmla="*/ 288039 w 7323232"/>
              <a:gd name="connsiteY30" fmla="*/ 76801 h 1028908"/>
              <a:gd name="connsiteX31" fmla="*/ 325746 w 7323232"/>
              <a:gd name="connsiteY31" fmla="*/ 95655 h 1028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323232" h="1028908">
                <a:moveTo>
                  <a:pt x="7282728" y="76801"/>
                </a:moveTo>
                <a:cubicBezTo>
                  <a:pt x="7081348" y="429220"/>
                  <a:pt x="7562212" y="-408788"/>
                  <a:pt x="7150753" y="284191"/>
                </a:cubicBezTo>
                <a:cubicBezTo>
                  <a:pt x="6795828" y="881956"/>
                  <a:pt x="7405128" y="-87939"/>
                  <a:pt x="6933936" y="642409"/>
                </a:cubicBezTo>
                <a:cubicBezTo>
                  <a:pt x="6914070" y="673202"/>
                  <a:pt x="6906301" y="714179"/>
                  <a:pt x="6877375" y="736677"/>
                </a:cubicBezTo>
                <a:cubicBezTo>
                  <a:pt x="6849095" y="758673"/>
                  <a:pt x="6823641" y="784890"/>
                  <a:pt x="6792534" y="802665"/>
                </a:cubicBezTo>
                <a:cubicBezTo>
                  <a:pt x="6757067" y="822932"/>
                  <a:pt x="6718492" y="837905"/>
                  <a:pt x="6679412" y="849799"/>
                </a:cubicBezTo>
                <a:cubicBezTo>
                  <a:pt x="6444260" y="921367"/>
                  <a:pt x="6379289" y="942296"/>
                  <a:pt x="6160938" y="953494"/>
                </a:cubicBezTo>
                <a:lnTo>
                  <a:pt x="5255965" y="991201"/>
                </a:lnTo>
                <a:lnTo>
                  <a:pt x="3860798" y="1028908"/>
                </a:lnTo>
                <a:lnTo>
                  <a:pt x="2776716" y="1019482"/>
                </a:lnTo>
                <a:cubicBezTo>
                  <a:pt x="2718816" y="1017305"/>
                  <a:pt x="2663731" y="993710"/>
                  <a:pt x="2607033" y="981774"/>
                </a:cubicBezTo>
                <a:cubicBezTo>
                  <a:pt x="2288526" y="914719"/>
                  <a:pt x="2546332" y="981380"/>
                  <a:pt x="2220534" y="878079"/>
                </a:cubicBezTo>
                <a:cubicBezTo>
                  <a:pt x="2157990" y="858248"/>
                  <a:pt x="2092918" y="845887"/>
                  <a:pt x="2031998" y="821519"/>
                </a:cubicBezTo>
                <a:cubicBezTo>
                  <a:pt x="1982400" y="801680"/>
                  <a:pt x="1939969" y="766497"/>
                  <a:pt x="1890596" y="746104"/>
                </a:cubicBezTo>
                <a:cubicBezTo>
                  <a:pt x="1622378" y="635318"/>
                  <a:pt x="1638721" y="649746"/>
                  <a:pt x="1390975" y="604702"/>
                </a:cubicBezTo>
                <a:cubicBezTo>
                  <a:pt x="1321845" y="579564"/>
                  <a:pt x="1255082" y="546585"/>
                  <a:pt x="1183586" y="529288"/>
                </a:cubicBezTo>
                <a:cubicBezTo>
                  <a:pt x="555419" y="377312"/>
                  <a:pt x="1023290" y="518996"/>
                  <a:pt x="627404" y="435020"/>
                </a:cubicBezTo>
                <a:cubicBezTo>
                  <a:pt x="582648" y="425526"/>
                  <a:pt x="538833" y="411780"/>
                  <a:pt x="495429" y="397312"/>
                </a:cubicBezTo>
                <a:cubicBezTo>
                  <a:pt x="444489" y="380332"/>
                  <a:pt x="344600" y="340752"/>
                  <a:pt x="344600" y="340752"/>
                </a:cubicBezTo>
                <a:cubicBezTo>
                  <a:pt x="328889" y="321898"/>
                  <a:pt x="314820" y="301545"/>
                  <a:pt x="297466" y="284191"/>
                </a:cubicBezTo>
                <a:cubicBezTo>
                  <a:pt x="286356" y="273081"/>
                  <a:pt x="271688" y="266135"/>
                  <a:pt x="259759" y="255910"/>
                </a:cubicBezTo>
                <a:cubicBezTo>
                  <a:pt x="249637" y="247234"/>
                  <a:pt x="240905" y="237057"/>
                  <a:pt x="231478" y="227630"/>
                </a:cubicBezTo>
                <a:cubicBezTo>
                  <a:pt x="225194" y="215061"/>
                  <a:pt x="219597" y="202124"/>
                  <a:pt x="212625" y="189923"/>
                </a:cubicBezTo>
                <a:cubicBezTo>
                  <a:pt x="207004" y="180086"/>
                  <a:pt x="198838" y="171776"/>
                  <a:pt x="193771" y="161642"/>
                </a:cubicBezTo>
                <a:cubicBezTo>
                  <a:pt x="178781" y="131662"/>
                  <a:pt x="193178" y="125701"/>
                  <a:pt x="156064" y="105082"/>
                </a:cubicBezTo>
                <a:cubicBezTo>
                  <a:pt x="138691" y="95431"/>
                  <a:pt x="118357" y="92513"/>
                  <a:pt x="99503" y="86228"/>
                </a:cubicBezTo>
                <a:cubicBezTo>
                  <a:pt x="80649" y="108224"/>
                  <a:pt x="60606" y="129253"/>
                  <a:pt x="42942" y="152216"/>
                </a:cubicBezTo>
                <a:cubicBezTo>
                  <a:pt x="29127" y="170176"/>
                  <a:pt x="-15032" y="218909"/>
                  <a:pt x="5235" y="208776"/>
                </a:cubicBezTo>
                <a:cubicBezTo>
                  <a:pt x="76572" y="173107"/>
                  <a:pt x="77620" y="117538"/>
                  <a:pt x="127784" y="67374"/>
                </a:cubicBezTo>
                <a:cubicBezTo>
                  <a:pt x="137721" y="57437"/>
                  <a:pt x="152922" y="54805"/>
                  <a:pt x="165491" y="48521"/>
                </a:cubicBezTo>
                <a:cubicBezTo>
                  <a:pt x="206340" y="57948"/>
                  <a:pt x="247820" y="64972"/>
                  <a:pt x="288039" y="76801"/>
                </a:cubicBezTo>
                <a:cubicBezTo>
                  <a:pt x="301521" y="80766"/>
                  <a:pt x="325746" y="95655"/>
                  <a:pt x="325746" y="9565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81C4ED4-1C4E-0AB7-1D2F-9452685ECAEF}"/>
              </a:ext>
            </a:extLst>
          </p:cNvPr>
          <p:cNvSpPr/>
          <p:nvPr/>
        </p:nvSpPr>
        <p:spPr>
          <a:xfrm>
            <a:off x="611452" y="3887769"/>
            <a:ext cx="4563863" cy="533401"/>
          </a:xfrm>
          <a:custGeom>
            <a:avLst/>
            <a:gdLst>
              <a:gd name="connsiteX0" fmla="*/ 576325 w 4563863"/>
              <a:gd name="connsiteY0" fmla="*/ 113121 h 707010"/>
              <a:gd name="connsiteX1" fmla="*/ 434923 w 4563863"/>
              <a:gd name="connsiteY1" fmla="*/ 94268 h 707010"/>
              <a:gd name="connsiteX2" fmla="*/ 57851 w 4563863"/>
              <a:gd name="connsiteY2" fmla="*/ 141402 h 707010"/>
              <a:gd name="connsiteX3" fmla="*/ 20144 w 4563863"/>
              <a:gd name="connsiteY3" fmla="*/ 188536 h 707010"/>
              <a:gd name="connsiteX4" fmla="*/ 48424 w 4563863"/>
              <a:gd name="connsiteY4" fmla="*/ 433633 h 707010"/>
              <a:gd name="connsiteX5" fmla="*/ 57851 w 4563863"/>
              <a:gd name="connsiteY5" fmla="*/ 461913 h 707010"/>
              <a:gd name="connsiteX6" fmla="*/ 104985 w 4563863"/>
              <a:gd name="connsiteY6" fmla="*/ 509047 h 707010"/>
              <a:gd name="connsiteX7" fmla="*/ 170973 w 4563863"/>
              <a:gd name="connsiteY7" fmla="*/ 546754 h 707010"/>
              <a:gd name="connsiteX8" fmla="*/ 199253 w 4563863"/>
              <a:gd name="connsiteY8" fmla="*/ 575035 h 707010"/>
              <a:gd name="connsiteX9" fmla="*/ 236960 w 4563863"/>
              <a:gd name="connsiteY9" fmla="*/ 584462 h 707010"/>
              <a:gd name="connsiteX10" fmla="*/ 359509 w 4563863"/>
              <a:gd name="connsiteY10" fmla="*/ 631596 h 707010"/>
              <a:gd name="connsiteX11" fmla="*/ 538618 w 4563863"/>
              <a:gd name="connsiteY11" fmla="*/ 707010 h 707010"/>
              <a:gd name="connsiteX12" fmla="*/ 4158511 w 4563863"/>
              <a:gd name="connsiteY12" fmla="*/ 697583 h 707010"/>
              <a:gd name="connsiteX13" fmla="*/ 4215072 w 4563863"/>
              <a:gd name="connsiteY13" fmla="*/ 678730 h 707010"/>
              <a:gd name="connsiteX14" fmla="*/ 4281059 w 4563863"/>
              <a:gd name="connsiteY14" fmla="*/ 669303 h 707010"/>
              <a:gd name="connsiteX15" fmla="*/ 4488449 w 4563863"/>
              <a:gd name="connsiteY15" fmla="*/ 631596 h 707010"/>
              <a:gd name="connsiteX16" fmla="*/ 4554437 w 4563863"/>
              <a:gd name="connsiteY16" fmla="*/ 584462 h 707010"/>
              <a:gd name="connsiteX17" fmla="*/ 4563863 w 4563863"/>
              <a:gd name="connsiteY17" fmla="*/ 546754 h 707010"/>
              <a:gd name="connsiteX18" fmla="*/ 4450742 w 4563863"/>
              <a:gd name="connsiteY18" fmla="*/ 216816 h 707010"/>
              <a:gd name="connsiteX19" fmla="*/ 4233925 w 4563863"/>
              <a:gd name="connsiteY19" fmla="*/ 169682 h 707010"/>
              <a:gd name="connsiteX20" fmla="*/ 4017109 w 4563863"/>
              <a:gd name="connsiteY20" fmla="*/ 113121 h 707010"/>
              <a:gd name="connsiteX21" fmla="*/ 3592903 w 4563863"/>
              <a:gd name="connsiteY21" fmla="*/ 84841 h 707010"/>
              <a:gd name="connsiteX22" fmla="*/ 1980919 w 4563863"/>
              <a:gd name="connsiteY22" fmla="*/ 18853 h 707010"/>
              <a:gd name="connsiteX23" fmla="*/ 1698115 w 4563863"/>
              <a:gd name="connsiteY23" fmla="*/ 0 h 707010"/>
              <a:gd name="connsiteX24" fmla="*/ 1189068 w 4563863"/>
              <a:gd name="connsiteY24" fmla="*/ 9427 h 707010"/>
              <a:gd name="connsiteX25" fmla="*/ 1009958 w 4563863"/>
              <a:gd name="connsiteY25" fmla="*/ 75414 h 707010"/>
              <a:gd name="connsiteX26" fmla="*/ 821422 w 4563863"/>
              <a:gd name="connsiteY26" fmla="*/ 122548 h 707010"/>
              <a:gd name="connsiteX27" fmla="*/ 755435 w 4563863"/>
              <a:gd name="connsiteY27" fmla="*/ 141402 h 707010"/>
              <a:gd name="connsiteX28" fmla="*/ 708301 w 4563863"/>
              <a:gd name="connsiteY28" fmla="*/ 160255 h 707010"/>
              <a:gd name="connsiteX29" fmla="*/ 632886 w 4563863"/>
              <a:gd name="connsiteY29" fmla="*/ 169682 h 707010"/>
              <a:gd name="connsiteX30" fmla="*/ 548045 w 4563863"/>
              <a:gd name="connsiteY30" fmla="*/ 188536 h 707010"/>
              <a:gd name="connsiteX31" fmla="*/ 482057 w 4563863"/>
              <a:gd name="connsiteY31" fmla="*/ 169682 h 707010"/>
              <a:gd name="connsiteX32" fmla="*/ 434923 w 4563863"/>
              <a:gd name="connsiteY32" fmla="*/ 113121 h 707010"/>
              <a:gd name="connsiteX33" fmla="*/ 425496 w 4563863"/>
              <a:gd name="connsiteY33" fmla="*/ 103695 h 707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563863" h="707010">
                <a:moveTo>
                  <a:pt x="576325" y="113121"/>
                </a:moveTo>
                <a:cubicBezTo>
                  <a:pt x="534174" y="104692"/>
                  <a:pt x="474279" y="91120"/>
                  <a:pt x="434923" y="94268"/>
                </a:cubicBezTo>
                <a:cubicBezTo>
                  <a:pt x="308658" y="104369"/>
                  <a:pt x="183542" y="125691"/>
                  <a:pt x="57851" y="141402"/>
                </a:cubicBezTo>
                <a:cubicBezTo>
                  <a:pt x="45282" y="157113"/>
                  <a:pt x="22287" y="168530"/>
                  <a:pt x="20144" y="188536"/>
                </a:cubicBezTo>
                <a:cubicBezTo>
                  <a:pt x="-14847" y="515123"/>
                  <a:pt x="-3521" y="329741"/>
                  <a:pt x="48424" y="433633"/>
                </a:cubicBezTo>
                <a:cubicBezTo>
                  <a:pt x="52868" y="442521"/>
                  <a:pt x="51889" y="453964"/>
                  <a:pt x="57851" y="461913"/>
                </a:cubicBezTo>
                <a:cubicBezTo>
                  <a:pt x="71183" y="479688"/>
                  <a:pt x="88263" y="494416"/>
                  <a:pt x="104985" y="509047"/>
                </a:cubicBezTo>
                <a:cubicBezTo>
                  <a:pt x="122752" y="524593"/>
                  <a:pt x="150675" y="536605"/>
                  <a:pt x="170973" y="546754"/>
                </a:cubicBezTo>
                <a:cubicBezTo>
                  <a:pt x="180400" y="556181"/>
                  <a:pt x="187678" y="568421"/>
                  <a:pt x="199253" y="575035"/>
                </a:cubicBezTo>
                <a:cubicBezTo>
                  <a:pt x="210502" y="581463"/>
                  <a:pt x="224743" y="580150"/>
                  <a:pt x="236960" y="584462"/>
                </a:cubicBezTo>
                <a:cubicBezTo>
                  <a:pt x="278232" y="599029"/>
                  <a:pt x="320363" y="612023"/>
                  <a:pt x="359509" y="631596"/>
                </a:cubicBezTo>
                <a:cubicBezTo>
                  <a:pt x="467819" y="685751"/>
                  <a:pt x="408510" y="659698"/>
                  <a:pt x="538618" y="707010"/>
                </a:cubicBezTo>
                <a:lnTo>
                  <a:pt x="4158511" y="697583"/>
                </a:lnTo>
                <a:cubicBezTo>
                  <a:pt x="4178384" y="697430"/>
                  <a:pt x="4195707" y="683199"/>
                  <a:pt x="4215072" y="678730"/>
                </a:cubicBezTo>
                <a:cubicBezTo>
                  <a:pt x="4236722" y="673734"/>
                  <a:pt x="4259221" y="673398"/>
                  <a:pt x="4281059" y="669303"/>
                </a:cubicBezTo>
                <a:cubicBezTo>
                  <a:pt x="4535373" y="621618"/>
                  <a:pt x="4153053" y="683194"/>
                  <a:pt x="4488449" y="631596"/>
                </a:cubicBezTo>
                <a:cubicBezTo>
                  <a:pt x="4521746" y="620497"/>
                  <a:pt x="4530894" y="622131"/>
                  <a:pt x="4554437" y="584462"/>
                </a:cubicBezTo>
                <a:cubicBezTo>
                  <a:pt x="4561304" y="573475"/>
                  <a:pt x="4560721" y="559323"/>
                  <a:pt x="4563863" y="546754"/>
                </a:cubicBezTo>
                <a:cubicBezTo>
                  <a:pt x="4562137" y="535967"/>
                  <a:pt x="4554438" y="239359"/>
                  <a:pt x="4450742" y="216816"/>
                </a:cubicBezTo>
                <a:cubicBezTo>
                  <a:pt x="4378470" y="201105"/>
                  <a:pt x="4304615" y="191433"/>
                  <a:pt x="4233925" y="169682"/>
                </a:cubicBezTo>
                <a:cubicBezTo>
                  <a:pt x="4172151" y="150675"/>
                  <a:pt x="4084756" y="119271"/>
                  <a:pt x="4017109" y="113121"/>
                </a:cubicBezTo>
                <a:cubicBezTo>
                  <a:pt x="3875975" y="100291"/>
                  <a:pt x="3734500" y="90637"/>
                  <a:pt x="3592903" y="84841"/>
                </a:cubicBezTo>
                <a:lnTo>
                  <a:pt x="1980919" y="18853"/>
                </a:lnTo>
                <a:cubicBezTo>
                  <a:pt x="1886536" y="14627"/>
                  <a:pt x="1792383" y="6284"/>
                  <a:pt x="1698115" y="0"/>
                </a:cubicBezTo>
                <a:lnTo>
                  <a:pt x="1189068" y="9427"/>
                </a:lnTo>
                <a:cubicBezTo>
                  <a:pt x="1125820" y="16358"/>
                  <a:pt x="1071342" y="58673"/>
                  <a:pt x="1009958" y="75414"/>
                </a:cubicBezTo>
                <a:cubicBezTo>
                  <a:pt x="697209" y="160711"/>
                  <a:pt x="1087679" y="55984"/>
                  <a:pt x="821422" y="122548"/>
                </a:cubicBezTo>
                <a:cubicBezTo>
                  <a:pt x="799229" y="128096"/>
                  <a:pt x="777137" y="134168"/>
                  <a:pt x="755435" y="141402"/>
                </a:cubicBezTo>
                <a:cubicBezTo>
                  <a:pt x="739382" y="146753"/>
                  <a:pt x="724789" y="156450"/>
                  <a:pt x="708301" y="160255"/>
                </a:cubicBezTo>
                <a:cubicBezTo>
                  <a:pt x="683616" y="165951"/>
                  <a:pt x="657834" y="165279"/>
                  <a:pt x="632886" y="169682"/>
                </a:cubicBezTo>
                <a:cubicBezTo>
                  <a:pt x="604357" y="174717"/>
                  <a:pt x="576325" y="182251"/>
                  <a:pt x="548045" y="188536"/>
                </a:cubicBezTo>
                <a:cubicBezTo>
                  <a:pt x="526049" y="182251"/>
                  <a:pt x="502518" y="179913"/>
                  <a:pt x="482057" y="169682"/>
                </a:cubicBezTo>
                <a:cubicBezTo>
                  <a:pt x="461363" y="159335"/>
                  <a:pt x="447916" y="130445"/>
                  <a:pt x="434923" y="113121"/>
                </a:cubicBezTo>
                <a:cubicBezTo>
                  <a:pt x="432257" y="109566"/>
                  <a:pt x="428638" y="106837"/>
                  <a:pt x="425496" y="10369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677AFC-B033-09AB-F446-5F9B0939F86C}"/>
              </a:ext>
            </a:extLst>
          </p:cNvPr>
          <p:cNvSpPr/>
          <p:nvPr/>
        </p:nvSpPr>
        <p:spPr>
          <a:xfrm>
            <a:off x="6928701" y="3723588"/>
            <a:ext cx="669303" cy="772998"/>
          </a:xfrm>
          <a:custGeom>
            <a:avLst/>
            <a:gdLst>
              <a:gd name="connsiteX0" fmla="*/ 216817 w 669303"/>
              <a:gd name="connsiteY0" fmla="*/ 37707 h 772998"/>
              <a:gd name="connsiteX1" fmla="*/ 103695 w 669303"/>
              <a:gd name="connsiteY1" fmla="*/ 216816 h 772998"/>
              <a:gd name="connsiteX2" fmla="*/ 28280 w 669303"/>
              <a:gd name="connsiteY2" fmla="*/ 348791 h 772998"/>
              <a:gd name="connsiteX3" fmla="*/ 18854 w 669303"/>
              <a:gd name="connsiteY3" fmla="*/ 443059 h 772998"/>
              <a:gd name="connsiteX4" fmla="*/ 0 w 669303"/>
              <a:gd name="connsiteY4" fmla="*/ 490193 h 772998"/>
              <a:gd name="connsiteX5" fmla="*/ 18854 w 669303"/>
              <a:gd name="connsiteY5" fmla="*/ 659876 h 772998"/>
              <a:gd name="connsiteX6" fmla="*/ 122548 w 669303"/>
              <a:gd name="connsiteY6" fmla="*/ 725864 h 772998"/>
              <a:gd name="connsiteX7" fmla="*/ 301658 w 669303"/>
              <a:gd name="connsiteY7" fmla="*/ 763571 h 772998"/>
              <a:gd name="connsiteX8" fmla="*/ 518474 w 669303"/>
              <a:gd name="connsiteY8" fmla="*/ 772998 h 772998"/>
              <a:gd name="connsiteX9" fmla="*/ 641023 w 669303"/>
              <a:gd name="connsiteY9" fmla="*/ 735290 h 772998"/>
              <a:gd name="connsiteX10" fmla="*/ 669303 w 669303"/>
              <a:gd name="connsiteY10" fmla="*/ 688156 h 772998"/>
              <a:gd name="connsiteX11" fmla="*/ 641023 w 669303"/>
              <a:gd name="connsiteY11" fmla="*/ 367645 h 772998"/>
              <a:gd name="connsiteX12" fmla="*/ 612742 w 669303"/>
              <a:gd name="connsiteY12" fmla="*/ 301657 h 772998"/>
              <a:gd name="connsiteX13" fmla="*/ 584462 w 669303"/>
              <a:gd name="connsiteY13" fmla="*/ 216816 h 772998"/>
              <a:gd name="connsiteX14" fmla="*/ 443060 w 669303"/>
              <a:gd name="connsiteY14" fmla="*/ 56560 h 772998"/>
              <a:gd name="connsiteX15" fmla="*/ 386499 w 669303"/>
              <a:gd name="connsiteY15" fmla="*/ 37707 h 772998"/>
              <a:gd name="connsiteX16" fmla="*/ 245097 w 669303"/>
              <a:gd name="connsiteY16" fmla="*/ 0 h 772998"/>
              <a:gd name="connsiteX17" fmla="*/ 56561 w 669303"/>
              <a:gd name="connsiteY17" fmla="*/ 56560 h 772998"/>
              <a:gd name="connsiteX18" fmla="*/ 56561 w 669303"/>
              <a:gd name="connsiteY18" fmla="*/ 65987 h 772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69303" h="772998">
                <a:moveTo>
                  <a:pt x="216817" y="37707"/>
                </a:moveTo>
                <a:cubicBezTo>
                  <a:pt x="123739" y="112169"/>
                  <a:pt x="191964" y="46163"/>
                  <a:pt x="103695" y="216816"/>
                </a:cubicBezTo>
                <a:cubicBezTo>
                  <a:pt x="80417" y="261820"/>
                  <a:pt x="28280" y="348791"/>
                  <a:pt x="28280" y="348791"/>
                </a:cubicBezTo>
                <a:cubicBezTo>
                  <a:pt x="25138" y="380214"/>
                  <a:pt x="25047" y="412093"/>
                  <a:pt x="18854" y="443059"/>
                </a:cubicBezTo>
                <a:cubicBezTo>
                  <a:pt x="15535" y="459652"/>
                  <a:pt x="0" y="473271"/>
                  <a:pt x="0" y="490193"/>
                </a:cubicBezTo>
                <a:cubicBezTo>
                  <a:pt x="0" y="547102"/>
                  <a:pt x="3880" y="604972"/>
                  <a:pt x="18854" y="659876"/>
                </a:cubicBezTo>
                <a:cubicBezTo>
                  <a:pt x="28032" y="693530"/>
                  <a:pt x="101412" y="718819"/>
                  <a:pt x="122548" y="725864"/>
                </a:cubicBezTo>
                <a:cubicBezTo>
                  <a:pt x="158429" y="737824"/>
                  <a:pt x="272279" y="760979"/>
                  <a:pt x="301658" y="763571"/>
                </a:cubicBezTo>
                <a:cubicBezTo>
                  <a:pt x="373718" y="769929"/>
                  <a:pt x="446202" y="769856"/>
                  <a:pt x="518474" y="772998"/>
                </a:cubicBezTo>
                <a:cubicBezTo>
                  <a:pt x="563331" y="766590"/>
                  <a:pt x="604432" y="767816"/>
                  <a:pt x="641023" y="735290"/>
                </a:cubicBezTo>
                <a:cubicBezTo>
                  <a:pt x="654717" y="723117"/>
                  <a:pt x="659876" y="703867"/>
                  <a:pt x="669303" y="688156"/>
                </a:cubicBezTo>
                <a:cubicBezTo>
                  <a:pt x="659876" y="581319"/>
                  <a:pt x="656553" y="473767"/>
                  <a:pt x="641023" y="367645"/>
                </a:cubicBezTo>
                <a:cubicBezTo>
                  <a:pt x="637558" y="343966"/>
                  <a:pt x="621145" y="324064"/>
                  <a:pt x="612742" y="301657"/>
                </a:cubicBezTo>
                <a:cubicBezTo>
                  <a:pt x="602275" y="273745"/>
                  <a:pt x="599252" y="242698"/>
                  <a:pt x="584462" y="216816"/>
                </a:cubicBezTo>
                <a:cubicBezTo>
                  <a:pt x="558634" y="171617"/>
                  <a:pt x="497436" y="88279"/>
                  <a:pt x="443060" y="56560"/>
                </a:cubicBezTo>
                <a:cubicBezTo>
                  <a:pt x="425894" y="46546"/>
                  <a:pt x="405048" y="44841"/>
                  <a:pt x="386499" y="37707"/>
                </a:cubicBezTo>
                <a:cubicBezTo>
                  <a:pt x="282108" y="-2443"/>
                  <a:pt x="360261" y="14394"/>
                  <a:pt x="245097" y="0"/>
                </a:cubicBezTo>
                <a:cubicBezTo>
                  <a:pt x="142848" y="11360"/>
                  <a:pt x="159035" y="665"/>
                  <a:pt x="56561" y="56560"/>
                </a:cubicBezTo>
                <a:cubicBezTo>
                  <a:pt x="53802" y="58065"/>
                  <a:pt x="56561" y="62845"/>
                  <a:pt x="56561" y="6598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E478EBF-964D-EDEF-8232-587A6EA2BE99}"/>
              </a:ext>
            </a:extLst>
          </p:cNvPr>
          <p:cNvSpPr/>
          <p:nvPr/>
        </p:nvSpPr>
        <p:spPr>
          <a:xfrm>
            <a:off x="1414021" y="4336330"/>
            <a:ext cx="5533534" cy="1206631"/>
          </a:xfrm>
          <a:custGeom>
            <a:avLst/>
            <a:gdLst>
              <a:gd name="connsiteX0" fmla="*/ 5533534 w 5533534"/>
              <a:gd name="connsiteY0" fmla="*/ 0 h 1206631"/>
              <a:gd name="connsiteX1" fmla="*/ 5373278 w 5533534"/>
              <a:gd name="connsiteY1" fmla="*/ 84841 h 1206631"/>
              <a:gd name="connsiteX2" fmla="*/ 5241303 w 5533534"/>
              <a:gd name="connsiteY2" fmla="*/ 169682 h 1206631"/>
              <a:gd name="connsiteX3" fmla="*/ 4506012 w 5533534"/>
              <a:gd name="connsiteY3" fmla="*/ 678730 h 1206631"/>
              <a:gd name="connsiteX4" fmla="*/ 4242061 w 5533534"/>
              <a:gd name="connsiteY4" fmla="*/ 801278 h 1206631"/>
              <a:gd name="connsiteX5" fmla="*/ 3601039 w 5533534"/>
              <a:gd name="connsiteY5" fmla="*/ 1008668 h 1206631"/>
              <a:gd name="connsiteX6" fmla="*/ 2941163 w 5533534"/>
              <a:gd name="connsiteY6" fmla="*/ 1159497 h 1206631"/>
              <a:gd name="connsiteX7" fmla="*/ 2488676 w 5533534"/>
              <a:gd name="connsiteY7" fmla="*/ 1206631 h 1206631"/>
              <a:gd name="connsiteX8" fmla="*/ 1489435 w 5533534"/>
              <a:gd name="connsiteY8" fmla="*/ 1131216 h 1206631"/>
              <a:gd name="connsiteX9" fmla="*/ 1244338 w 5533534"/>
              <a:gd name="connsiteY9" fmla="*/ 1046375 h 1206631"/>
              <a:gd name="connsiteX10" fmla="*/ 1055802 w 5533534"/>
              <a:gd name="connsiteY10" fmla="*/ 989814 h 1206631"/>
              <a:gd name="connsiteX11" fmla="*/ 499620 w 5533534"/>
              <a:gd name="connsiteY11" fmla="*/ 716437 h 1206631"/>
              <a:gd name="connsiteX12" fmla="*/ 386499 w 5533534"/>
              <a:gd name="connsiteY12" fmla="*/ 622169 h 1206631"/>
              <a:gd name="connsiteX13" fmla="*/ 263950 w 5533534"/>
              <a:gd name="connsiteY13" fmla="*/ 527901 h 1206631"/>
              <a:gd name="connsiteX14" fmla="*/ 226243 w 5533534"/>
              <a:gd name="connsiteY14" fmla="*/ 443060 h 1206631"/>
              <a:gd name="connsiteX15" fmla="*/ 207389 w 5533534"/>
              <a:gd name="connsiteY15" fmla="*/ 414779 h 1206631"/>
              <a:gd name="connsiteX16" fmla="*/ 169682 w 5533534"/>
              <a:gd name="connsiteY16" fmla="*/ 273377 h 1206631"/>
              <a:gd name="connsiteX17" fmla="*/ 84841 w 5533534"/>
              <a:gd name="connsiteY17" fmla="*/ 329938 h 1206631"/>
              <a:gd name="connsiteX18" fmla="*/ 47134 w 5533534"/>
              <a:gd name="connsiteY18" fmla="*/ 414779 h 1206631"/>
              <a:gd name="connsiteX19" fmla="*/ 28280 w 5533534"/>
              <a:gd name="connsiteY19" fmla="*/ 452486 h 1206631"/>
              <a:gd name="connsiteX20" fmla="*/ 0 w 5533534"/>
              <a:gd name="connsiteY20" fmla="*/ 461913 h 1206631"/>
              <a:gd name="connsiteX21" fmla="*/ 103694 w 5533534"/>
              <a:gd name="connsiteY21" fmla="*/ 311084 h 1206631"/>
              <a:gd name="connsiteX22" fmla="*/ 150828 w 5533534"/>
              <a:gd name="connsiteY22" fmla="*/ 282804 h 1206631"/>
              <a:gd name="connsiteX23" fmla="*/ 207389 w 5533534"/>
              <a:gd name="connsiteY23" fmla="*/ 320511 h 1206631"/>
              <a:gd name="connsiteX24" fmla="*/ 292231 w 5533534"/>
              <a:gd name="connsiteY24" fmla="*/ 471340 h 1206631"/>
              <a:gd name="connsiteX25" fmla="*/ 367645 w 5533534"/>
              <a:gd name="connsiteY25" fmla="*/ 527901 h 1206631"/>
              <a:gd name="connsiteX26" fmla="*/ 414779 w 5533534"/>
              <a:gd name="connsiteY26" fmla="*/ 546755 h 120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33534" h="1206631">
                <a:moveTo>
                  <a:pt x="5533534" y="0"/>
                </a:moveTo>
                <a:cubicBezTo>
                  <a:pt x="5429908" y="17271"/>
                  <a:pt x="5503403" y="-3644"/>
                  <a:pt x="5373278" y="84841"/>
                </a:cubicBezTo>
                <a:cubicBezTo>
                  <a:pt x="5330032" y="114248"/>
                  <a:pt x="5283437" y="138701"/>
                  <a:pt x="5241303" y="169682"/>
                </a:cubicBezTo>
                <a:cubicBezTo>
                  <a:pt x="4787080" y="503669"/>
                  <a:pt x="4870018" y="496727"/>
                  <a:pt x="4506012" y="678730"/>
                </a:cubicBezTo>
                <a:cubicBezTo>
                  <a:pt x="4419249" y="722112"/>
                  <a:pt x="4331792" y="764424"/>
                  <a:pt x="4242061" y="801278"/>
                </a:cubicBezTo>
                <a:cubicBezTo>
                  <a:pt x="4064178" y="874337"/>
                  <a:pt x="3773130" y="960482"/>
                  <a:pt x="3601039" y="1008668"/>
                </a:cubicBezTo>
                <a:cubicBezTo>
                  <a:pt x="3419359" y="1059539"/>
                  <a:pt x="3128738" y="1132378"/>
                  <a:pt x="2941163" y="1159497"/>
                </a:cubicBezTo>
                <a:cubicBezTo>
                  <a:pt x="2791078" y="1181196"/>
                  <a:pt x="2639505" y="1190920"/>
                  <a:pt x="2488676" y="1206631"/>
                </a:cubicBezTo>
                <a:cubicBezTo>
                  <a:pt x="2155596" y="1181493"/>
                  <a:pt x="1820726" y="1173882"/>
                  <a:pt x="1489435" y="1131216"/>
                </a:cubicBezTo>
                <a:cubicBezTo>
                  <a:pt x="1403688" y="1120173"/>
                  <a:pt x="1326534" y="1073178"/>
                  <a:pt x="1244338" y="1046375"/>
                </a:cubicBezTo>
                <a:cubicBezTo>
                  <a:pt x="1181958" y="1026034"/>
                  <a:pt x="1116395" y="1014983"/>
                  <a:pt x="1055802" y="989814"/>
                </a:cubicBezTo>
                <a:cubicBezTo>
                  <a:pt x="1032296" y="980050"/>
                  <a:pt x="622059" y="801203"/>
                  <a:pt x="499620" y="716437"/>
                </a:cubicBezTo>
                <a:cubicBezTo>
                  <a:pt x="459264" y="688498"/>
                  <a:pt x="426014" y="651285"/>
                  <a:pt x="386499" y="622169"/>
                </a:cubicBezTo>
                <a:cubicBezTo>
                  <a:pt x="241329" y="515202"/>
                  <a:pt x="397396" y="661347"/>
                  <a:pt x="263950" y="527901"/>
                </a:cubicBezTo>
                <a:cubicBezTo>
                  <a:pt x="251381" y="499621"/>
                  <a:pt x="240083" y="470740"/>
                  <a:pt x="226243" y="443060"/>
                </a:cubicBezTo>
                <a:cubicBezTo>
                  <a:pt x="221176" y="432926"/>
                  <a:pt x="211456" y="425354"/>
                  <a:pt x="207389" y="414779"/>
                </a:cubicBezTo>
                <a:cubicBezTo>
                  <a:pt x="184554" y="355407"/>
                  <a:pt x="180635" y="328141"/>
                  <a:pt x="169682" y="273377"/>
                </a:cubicBezTo>
                <a:cubicBezTo>
                  <a:pt x="141402" y="292231"/>
                  <a:pt x="107101" y="304253"/>
                  <a:pt x="84841" y="329938"/>
                </a:cubicBezTo>
                <a:cubicBezTo>
                  <a:pt x="64572" y="353325"/>
                  <a:pt x="60103" y="386680"/>
                  <a:pt x="47134" y="414779"/>
                </a:cubicBezTo>
                <a:cubicBezTo>
                  <a:pt x="41245" y="427538"/>
                  <a:pt x="38217" y="442549"/>
                  <a:pt x="28280" y="452486"/>
                </a:cubicBezTo>
                <a:cubicBezTo>
                  <a:pt x="21254" y="459512"/>
                  <a:pt x="9427" y="458771"/>
                  <a:pt x="0" y="461913"/>
                </a:cubicBezTo>
                <a:cubicBezTo>
                  <a:pt x="34979" y="401949"/>
                  <a:pt x="51393" y="351763"/>
                  <a:pt x="103694" y="311084"/>
                </a:cubicBezTo>
                <a:cubicBezTo>
                  <a:pt x="118157" y="299835"/>
                  <a:pt x="135117" y="292231"/>
                  <a:pt x="150828" y="282804"/>
                </a:cubicBezTo>
                <a:cubicBezTo>
                  <a:pt x="169682" y="295373"/>
                  <a:pt x="193793" y="302384"/>
                  <a:pt x="207389" y="320511"/>
                </a:cubicBezTo>
                <a:cubicBezTo>
                  <a:pt x="349786" y="510373"/>
                  <a:pt x="209284" y="376545"/>
                  <a:pt x="292231" y="471340"/>
                </a:cubicBezTo>
                <a:cubicBezTo>
                  <a:pt x="324736" y="508488"/>
                  <a:pt x="326008" y="509395"/>
                  <a:pt x="367645" y="527901"/>
                </a:cubicBezTo>
                <a:cubicBezTo>
                  <a:pt x="383108" y="534774"/>
                  <a:pt x="414779" y="546755"/>
                  <a:pt x="414779" y="54675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3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8C722D-A00A-99CD-D4BC-CA6B67F2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942752"/>
            <a:ext cx="10831437" cy="3143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A82C06-5B5C-7D5B-ED04-D351FEE8D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838" y="3477868"/>
            <a:ext cx="3839111" cy="24387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4F51581-BC07-A148-EA12-BAF723BAAB26}"/>
              </a:ext>
            </a:extLst>
          </p:cNvPr>
          <p:cNvSpPr/>
          <p:nvPr/>
        </p:nvSpPr>
        <p:spPr>
          <a:xfrm>
            <a:off x="7013542" y="2454425"/>
            <a:ext cx="2253006" cy="473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893056-5304-64D9-FDBA-ACD359C6027B}"/>
              </a:ext>
            </a:extLst>
          </p:cNvPr>
          <p:cNvSpPr/>
          <p:nvPr/>
        </p:nvSpPr>
        <p:spPr>
          <a:xfrm>
            <a:off x="961534" y="2281284"/>
            <a:ext cx="3839111" cy="473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EAAF12-E2A2-0117-2652-880037110397}"/>
              </a:ext>
            </a:extLst>
          </p:cNvPr>
          <p:cNvSpPr/>
          <p:nvPr/>
        </p:nvSpPr>
        <p:spPr>
          <a:xfrm>
            <a:off x="7013542" y="2912880"/>
            <a:ext cx="4374037" cy="13951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2595B8-4720-209C-EA86-9B35001FF2D1}"/>
              </a:ext>
            </a:extLst>
          </p:cNvPr>
          <p:cNvSpPr/>
          <p:nvPr/>
        </p:nvSpPr>
        <p:spPr>
          <a:xfrm>
            <a:off x="961534" y="2828038"/>
            <a:ext cx="3657600" cy="2828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16F241-BF73-D705-302B-D33CFF4E5CE3}"/>
              </a:ext>
            </a:extLst>
          </p:cNvPr>
          <p:cNvSpPr/>
          <p:nvPr/>
        </p:nvSpPr>
        <p:spPr>
          <a:xfrm>
            <a:off x="3157979" y="4086441"/>
            <a:ext cx="2337848" cy="523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E79E3F-3C22-C3DE-9FB7-372792DC8936}"/>
              </a:ext>
            </a:extLst>
          </p:cNvPr>
          <p:cNvSpPr/>
          <p:nvPr/>
        </p:nvSpPr>
        <p:spPr>
          <a:xfrm>
            <a:off x="3157979" y="4695014"/>
            <a:ext cx="3101419" cy="950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F21765-2D91-1EFF-220A-09BC2B82FD50}"/>
              </a:ext>
            </a:extLst>
          </p:cNvPr>
          <p:cNvSpPr/>
          <p:nvPr/>
        </p:nvSpPr>
        <p:spPr>
          <a:xfrm>
            <a:off x="7795967" y="2928123"/>
            <a:ext cx="1275390" cy="549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E2CD74-FB6B-FF7B-0921-7ECF9A9E37F2}"/>
              </a:ext>
            </a:extLst>
          </p:cNvPr>
          <p:cNvSpPr/>
          <p:nvPr/>
        </p:nvSpPr>
        <p:spPr>
          <a:xfrm>
            <a:off x="7795967" y="3477868"/>
            <a:ext cx="3469064" cy="668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E75BF2-2385-C6B2-AE72-66009DD80501}"/>
              </a:ext>
            </a:extLst>
          </p:cNvPr>
          <p:cNvSpPr/>
          <p:nvPr/>
        </p:nvSpPr>
        <p:spPr>
          <a:xfrm>
            <a:off x="7136090" y="2988294"/>
            <a:ext cx="464685" cy="12254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EB1894-F5D4-A767-9E62-059DE58563BF}"/>
              </a:ext>
            </a:extLst>
          </p:cNvPr>
          <p:cNvSpPr/>
          <p:nvPr/>
        </p:nvSpPr>
        <p:spPr>
          <a:xfrm>
            <a:off x="3610466" y="5645958"/>
            <a:ext cx="556181" cy="270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E7D2572-CA23-E874-F78C-1503579BC0EB}"/>
              </a:ext>
            </a:extLst>
          </p:cNvPr>
          <p:cNvCxnSpPr>
            <a:stCxn id="20" idx="1"/>
            <a:endCxn id="21" idx="3"/>
          </p:cNvCxnSpPr>
          <p:nvPr/>
        </p:nvCxnSpPr>
        <p:spPr>
          <a:xfrm rot="10800000">
            <a:off x="4800646" y="2518134"/>
            <a:ext cx="2212897" cy="173141"/>
          </a:xfrm>
          <a:prstGeom prst="bentConnector3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94DA7C5-6242-3A12-8C5A-6073599BFC9C}"/>
              </a:ext>
            </a:extLst>
          </p:cNvPr>
          <p:cNvCxnSpPr>
            <a:cxnSpLocks/>
            <a:stCxn id="23" idx="3"/>
            <a:endCxn id="22" idx="1"/>
          </p:cNvCxnSpPr>
          <p:nvPr/>
        </p:nvCxnSpPr>
        <p:spPr>
          <a:xfrm>
            <a:off x="4619134" y="2969440"/>
            <a:ext cx="2394408" cy="641024"/>
          </a:xfrm>
          <a:prstGeom prst="bentConnector3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AED03A8-0332-6FCB-D8CD-5541D0DB78CF}"/>
              </a:ext>
            </a:extLst>
          </p:cNvPr>
          <p:cNvCxnSpPr>
            <a:stCxn id="26" idx="1"/>
            <a:endCxn id="24" idx="3"/>
          </p:cNvCxnSpPr>
          <p:nvPr/>
        </p:nvCxnSpPr>
        <p:spPr>
          <a:xfrm rot="10800000" flipV="1">
            <a:off x="5495827" y="3202995"/>
            <a:ext cx="2300140" cy="1145077"/>
          </a:xfrm>
          <a:prstGeom prst="bentConnector3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0F9C060-DB26-4D48-AC4B-C9E1B2463035}"/>
              </a:ext>
            </a:extLst>
          </p:cNvPr>
          <p:cNvCxnSpPr>
            <a:stCxn id="28" idx="1"/>
            <a:endCxn id="25" idx="3"/>
          </p:cNvCxnSpPr>
          <p:nvPr/>
        </p:nvCxnSpPr>
        <p:spPr>
          <a:xfrm rot="10800000" flipV="1">
            <a:off x="6259399" y="3812240"/>
            <a:ext cx="1536569" cy="1358246"/>
          </a:xfrm>
          <a:prstGeom prst="bentConnector3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85D26AD-CE43-F4D3-E82D-113E7CAE4CC7}"/>
              </a:ext>
            </a:extLst>
          </p:cNvPr>
          <p:cNvCxnSpPr>
            <a:stCxn id="29" idx="2"/>
            <a:endCxn id="30" idx="3"/>
          </p:cNvCxnSpPr>
          <p:nvPr/>
        </p:nvCxnSpPr>
        <p:spPr>
          <a:xfrm rot="5400000">
            <a:off x="4983788" y="3396637"/>
            <a:ext cx="1567505" cy="3201786"/>
          </a:xfrm>
          <a:prstGeom prst="bentConnector2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85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8D387-7067-F643-8EE8-35B682C95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350" y="0"/>
            <a:ext cx="4248743" cy="49441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6D97FE-0532-B677-25BC-E01869E05EF2}"/>
              </a:ext>
            </a:extLst>
          </p:cNvPr>
          <p:cNvSpPr/>
          <p:nvPr/>
        </p:nvSpPr>
        <p:spPr>
          <a:xfrm>
            <a:off x="2529922" y="1033808"/>
            <a:ext cx="3048000" cy="1905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60FD8-AEB5-1746-5223-42FBAFB0E876}"/>
              </a:ext>
            </a:extLst>
          </p:cNvPr>
          <p:cNvSpPr/>
          <p:nvPr/>
        </p:nvSpPr>
        <p:spPr>
          <a:xfrm>
            <a:off x="2529922" y="3891701"/>
            <a:ext cx="3048000" cy="1905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57DE4C2-CFB3-65BD-AC95-04E64C33A344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rot="10800000" flipV="1">
            <a:off x="2529922" y="1129057"/>
            <a:ext cx="12700" cy="2857893"/>
          </a:xfrm>
          <a:prstGeom prst="bentConnector3">
            <a:avLst>
              <a:gd name="adj1" fmla="val 8183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E2C02E-799A-ABD9-C2C3-74E6E8A81EDA}"/>
              </a:ext>
            </a:extLst>
          </p:cNvPr>
          <p:cNvSpPr txBox="1"/>
          <p:nvPr/>
        </p:nvSpPr>
        <p:spPr>
          <a:xfrm>
            <a:off x="0" y="1179420"/>
            <a:ext cx="13291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at this </a:t>
            </a:r>
            <a:r>
              <a:rPr lang="de-DE" dirty="0" err="1"/>
              <a:t>step</a:t>
            </a:r>
            <a:r>
              <a:rPr lang="de-DE" dirty="0"/>
              <a:t>  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in same </a:t>
            </a:r>
            <a:r>
              <a:rPr lang="de-DE" dirty="0" err="1"/>
              <a:t>till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calculate</a:t>
            </a:r>
            <a:r>
              <a:rPr lang="de-DE" dirty="0"/>
              <a:t> the </a:t>
            </a:r>
            <a:r>
              <a:rPr lang="de-DE" dirty="0" err="1"/>
              <a:t>sigma</a:t>
            </a:r>
            <a:r>
              <a:rPr lang="de-DE" dirty="0"/>
              <a:t> </a:t>
            </a:r>
            <a:r>
              <a:rPr lang="de-DE" dirty="0" err="1"/>
              <a:t>points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D8DD9F-1090-EBBB-735F-AE4DF9681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09" y="1792814"/>
            <a:ext cx="5740791" cy="25175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0FA413-FDC9-16AB-B3CB-280BC3963C15}"/>
              </a:ext>
            </a:extLst>
          </p:cNvPr>
          <p:cNvSpPr/>
          <p:nvPr/>
        </p:nvSpPr>
        <p:spPr>
          <a:xfrm>
            <a:off x="2542622" y="4190118"/>
            <a:ext cx="3801617" cy="471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19B195-61EE-0949-0F50-7B746FBF1B91}"/>
              </a:ext>
            </a:extLst>
          </p:cNvPr>
          <p:cNvSpPr/>
          <p:nvPr/>
        </p:nvSpPr>
        <p:spPr>
          <a:xfrm>
            <a:off x="7899662" y="2804379"/>
            <a:ext cx="1894787" cy="329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3D4C8F-2B11-E46B-8072-8B9280059A91}"/>
              </a:ext>
            </a:extLst>
          </p:cNvPr>
          <p:cNvSpPr/>
          <p:nvPr/>
        </p:nvSpPr>
        <p:spPr>
          <a:xfrm>
            <a:off x="7899662" y="3134317"/>
            <a:ext cx="3836709" cy="12631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1B4F353-605D-0CB4-0358-B6E28FFEE945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rot="10800000" flipV="1">
            <a:off x="6344240" y="2969348"/>
            <a:ext cx="1555423" cy="1456440"/>
          </a:xfrm>
          <a:prstGeom prst="bentConnector3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19B2E-FEC0-B8B5-F939-D85D13C2F7AB}"/>
              </a:ext>
            </a:extLst>
          </p:cNvPr>
          <p:cNvSpPr/>
          <p:nvPr/>
        </p:nvSpPr>
        <p:spPr>
          <a:xfrm>
            <a:off x="2542621" y="4674124"/>
            <a:ext cx="3650789" cy="2827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D0AA062-E6F2-6011-AACA-639DF5B8CC42}"/>
              </a:ext>
            </a:extLst>
          </p:cNvPr>
          <p:cNvCxnSpPr>
            <a:cxnSpLocks/>
            <a:stCxn id="15" idx="1"/>
            <a:endCxn id="18" idx="3"/>
          </p:cNvCxnSpPr>
          <p:nvPr/>
        </p:nvCxnSpPr>
        <p:spPr>
          <a:xfrm rot="10800000" flipV="1">
            <a:off x="6193410" y="3765912"/>
            <a:ext cx="1706252" cy="1049565"/>
          </a:xfrm>
          <a:prstGeom prst="bentConnector3">
            <a:avLst>
              <a:gd name="adj1" fmla="val 26796"/>
            </a:avLst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5A81DD1-D5D5-55C3-A631-C1064819B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34" y="4310350"/>
            <a:ext cx="3839111" cy="243874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8283144-0BCE-0C8C-490A-34FB2BF5BD13}"/>
              </a:ext>
            </a:extLst>
          </p:cNvPr>
          <p:cNvSpPr/>
          <p:nvPr/>
        </p:nvSpPr>
        <p:spPr>
          <a:xfrm>
            <a:off x="6840675" y="4918923"/>
            <a:ext cx="2337848" cy="523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53E4B5-10E7-84ED-2758-2FBBC7378E73}"/>
              </a:ext>
            </a:extLst>
          </p:cNvPr>
          <p:cNvSpPr/>
          <p:nvPr/>
        </p:nvSpPr>
        <p:spPr>
          <a:xfrm>
            <a:off x="6840675" y="5527496"/>
            <a:ext cx="3101419" cy="950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A25B6D-E253-1E25-B0CE-177DFD333B9C}"/>
              </a:ext>
            </a:extLst>
          </p:cNvPr>
          <p:cNvSpPr/>
          <p:nvPr/>
        </p:nvSpPr>
        <p:spPr>
          <a:xfrm>
            <a:off x="8518294" y="3100758"/>
            <a:ext cx="1275390" cy="549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01ED63-49BB-9D0D-C1E7-3E3EAFF08698}"/>
              </a:ext>
            </a:extLst>
          </p:cNvPr>
          <p:cNvSpPr/>
          <p:nvPr/>
        </p:nvSpPr>
        <p:spPr>
          <a:xfrm>
            <a:off x="8518294" y="3650503"/>
            <a:ext cx="3469064" cy="668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AA43CB-42BB-D3E1-22A8-A3B6483CF52D}"/>
              </a:ext>
            </a:extLst>
          </p:cNvPr>
          <p:cNvSpPr/>
          <p:nvPr/>
        </p:nvSpPr>
        <p:spPr>
          <a:xfrm>
            <a:off x="7858417" y="3160929"/>
            <a:ext cx="464685" cy="12254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6122A8-4F2E-D2B6-C482-E2505930C244}"/>
              </a:ext>
            </a:extLst>
          </p:cNvPr>
          <p:cNvSpPr/>
          <p:nvPr/>
        </p:nvSpPr>
        <p:spPr>
          <a:xfrm>
            <a:off x="7293162" y="6478440"/>
            <a:ext cx="556181" cy="270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ED32B-5DFA-235B-1D41-17EB6D48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514" y="638047"/>
            <a:ext cx="7316221" cy="1829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B539A2-C965-D633-9C9B-111BCBD50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2" y="276046"/>
            <a:ext cx="4525006" cy="362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341A3-4ADC-8A44-1709-876DF0E1E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93" y="1829461"/>
            <a:ext cx="4410691" cy="21529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E3D494-3D8E-927B-59F4-FF957086B286}"/>
              </a:ext>
            </a:extLst>
          </p:cNvPr>
          <p:cNvSpPr/>
          <p:nvPr/>
        </p:nvSpPr>
        <p:spPr>
          <a:xfrm>
            <a:off x="6809362" y="1984443"/>
            <a:ext cx="1332689" cy="482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96C096-2E59-29DE-3C54-77534C24C3BE}"/>
              </a:ext>
            </a:extLst>
          </p:cNvPr>
          <p:cNvSpPr/>
          <p:nvPr/>
        </p:nvSpPr>
        <p:spPr>
          <a:xfrm>
            <a:off x="8142051" y="1984443"/>
            <a:ext cx="1539277" cy="482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0AAC56-FC75-B4DB-E556-115854715A4A}"/>
              </a:ext>
            </a:extLst>
          </p:cNvPr>
          <p:cNvSpPr/>
          <p:nvPr/>
        </p:nvSpPr>
        <p:spPr>
          <a:xfrm>
            <a:off x="1093509" y="3242821"/>
            <a:ext cx="2780907" cy="1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D7A42-8850-A45D-09AB-F5919B63B40E}"/>
              </a:ext>
            </a:extLst>
          </p:cNvPr>
          <p:cNvSpPr/>
          <p:nvPr/>
        </p:nvSpPr>
        <p:spPr>
          <a:xfrm>
            <a:off x="1093508" y="3397372"/>
            <a:ext cx="2780907" cy="1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966F702-132E-8D6C-E1C9-088F2E4E5ABD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rot="5400000">
            <a:off x="5251203" y="1090316"/>
            <a:ext cx="847719" cy="360129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5053178-6EE6-4EE0-77E5-A6265E388A95}"/>
              </a:ext>
            </a:extLst>
          </p:cNvPr>
          <p:cNvCxnSpPr>
            <a:stCxn id="9" idx="2"/>
            <a:endCxn id="11" idx="3"/>
          </p:cNvCxnSpPr>
          <p:nvPr/>
        </p:nvCxnSpPr>
        <p:spPr>
          <a:xfrm rot="5400000">
            <a:off x="5891918" y="449600"/>
            <a:ext cx="1002270" cy="5037275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74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803E4E-EB68-E7AE-02E7-15208A80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07" y="2338284"/>
            <a:ext cx="5096586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FC80D-98A4-335F-985E-2D6F94909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74" y="256990"/>
            <a:ext cx="7354326" cy="2648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9B899-133B-96CC-6280-5F17C6E3C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784" y="2971479"/>
            <a:ext cx="5239481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2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Powar Akshay Laxman ING XAKP</dc:creator>
  <cp:lastModifiedBy>Powar Akshay Laxman ING XAKP</cp:lastModifiedBy>
  <cp:revision>1</cp:revision>
  <dcterms:created xsi:type="dcterms:W3CDTF">2023-05-04T07:51:33Z</dcterms:created>
  <dcterms:modified xsi:type="dcterms:W3CDTF">2023-05-04T08:28:20Z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c79ad-a74a-4063-a52c-0a72163f570d_Enabled">
    <vt:lpwstr>true</vt:lpwstr>
  </property>
  <property fmtid="{D5CDD505-2E9C-101B-9397-08002B2CF9AE}" pid="3" name="MSIP_Label_3efc79ad-a74a-4063-a52c-0a72163f570d_SetDate">
    <vt:lpwstr>2023-05-04T08:28:01Z</vt:lpwstr>
  </property>
  <property fmtid="{D5CDD505-2E9C-101B-9397-08002B2CF9AE}" pid="4" name="MSIP_Label_3efc79ad-a74a-4063-a52c-0a72163f570d_Method">
    <vt:lpwstr>Privileged</vt:lpwstr>
  </property>
  <property fmtid="{D5CDD505-2E9C-101B-9397-08002B2CF9AE}" pid="5" name="MSIP_Label_3efc79ad-a74a-4063-a52c-0a72163f570d_Name">
    <vt:lpwstr>ZF confidential sub4</vt:lpwstr>
  </property>
  <property fmtid="{D5CDD505-2E9C-101B-9397-08002B2CF9AE}" pid="6" name="MSIP_Label_3efc79ad-a74a-4063-a52c-0a72163f570d_SiteId">
    <vt:lpwstr>eb70b763-b6d7-4486-8555-8831709a784e</vt:lpwstr>
  </property>
  <property fmtid="{D5CDD505-2E9C-101B-9397-08002B2CF9AE}" pid="7" name="MSIP_Label_3efc79ad-a74a-4063-a52c-0a72163f570d_ActionId">
    <vt:lpwstr>670a2096-31f1-40e9-8e88-6a4709cdad48</vt:lpwstr>
  </property>
  <property fmtid="{D5CDD505-2E9C-101B-9397-08002B2CF9AE}" pid="8" name="MSIP_Label_3efc79ad-a74a-4063-a52c-0a72163f570d_ContentBits">
    <vt:lpwstr>0</vt:lpwstr>
  </property>
</Properties>
</file>